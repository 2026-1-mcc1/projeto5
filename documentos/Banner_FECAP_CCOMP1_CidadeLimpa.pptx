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28800425" cy="43200638"/>
  <p:notesSz cx="6858000" cy="9144000"/>
  <p:embeddedFontLst>
    <p:embeddedFont>
      <p:font typeface="Calibri" panose="020F0502020204030204" pitchFamily="34" charset="0"/>
      <p:regular r:id="rId4"/>
      <p:bold r:id="rId5"/>
      <p:italic r:id="rId6"/>
      <p:boldItalic r:id="rId7"/>
    </p:embeddedFont>
    <p:embeddedFont>
      <p:font typeface="Inter" panose="020B0604020202020204" charset="0"/>
      <p:regular r:id="rId8"/>
      <p:bold r:id="rId9"/>
      <p:italic r:id="rId10"/>
      <p:boldItalic r:id="rId11"/>
    </p:embeddedFont>
    <p:embeddedFont>
      <p:font typeface="Open Sans" panose="020B0604020202020204" charset="0"/>
      <p:bold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6">
          <p15:clr>
            <a:srgbClr val="A4A3A4"/>
          </p15:clr>
        </p15:guide>
        <p15:guide id="2" pos="548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4" roundtripDataSignature="AMtx7mi+9yr4mDS8zg5+kfXTqvtBuST6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468" y="-1548"/>
      </p:cViewPr>
      <p:guideLst>
        <p:guide orient="horz" pos="4366"/>
        <p:guide pos="548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86000" y="685800"/>
            <a:ext cx="228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1306910" y="4305947"/>
            <a:ext cx="14811647" cy="29711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2613820" y="7854662"/>
            <a:ext cx="12197827" cy="3542298"/>
          </a:xfrm>
          <a:prstGeom prst="rect">
            <a:avLst/>
          </a:prstGeom>
          <a:noFill/>
          <a:ln>
            <a:noFill/>
          </a:ln>
        </p:spPr>
        <p:txBody>
          <a:bodyPr spcFirstLastPara="1" wrap="square" lIns="91425" tIns="45700" rIns="91425" bIns="45700" anchor="t" anchorCtr="0">
            <a:normAutofit/>
          </a:bodyPr>
          <a:lstStyle>
            <a:lvl1pPr lvl="0" algn="ctr">
              <a:spcBef>
                <a:spcPts val="1220"/>
              </a:spcBef>
              <a:spcAft>
                <a:spcPts val="0"/>
              </a:spcAft>
              <a:buClr>
                <a:srgbClr val="888888"/>
              </a:buClr>
              <a:buSzPts val="6098"/>
              <a:buNone/>
              <a:defRPr>
                <a:solidFill>
                  <a:srgbClr val="888888"/>
                </a:solidFill>
              </a:defRPr>
            </a:lvl1pPr>
            <a:lvl2pPr lvl="1" algn="ctr">
              <a:spcBef>
                <a:spcPts val="1067"/>
              </a:spcBef>
              <a:spcAft>
                <a:spcPts val="0"/>
              </a:spcAft>
              <a:buClr>
                <a:srgbClr val="888888"/>
              </a:buClr>
              <a:buSzPts val="5336"/>
              <a:buNone/>
              <a:defRPr>
                <a:solidFill>
                  <a:srgbClr val="888888"/>
                </a:solidFill>
              </a:defRPr>
            </a:lvl2pPr>
            <a:lvl3pPr lvl="2" algn="ctr">
              <a:spcBef>
                <a:spcPts val="915"/>
              </a:spcBef>
              <a:spcAft>
                <a:spcPts val="0"/>
              </a:spcAft>
              <a:buClr>
                <a:srgbClr val="888888"/>
              </a:buClr>
              <a:buSzPts val="4574"/>
              <a:buNone/>
              <a:defRPr>
                <a:solidFill>
                  <a:srgbClr val="888888"/>
                </a:solidFill>
              </a:defRPr>
            </a:lvl3pPr>
            <a:lvl4pPr lvl="3" algn="ctr">
              <a:spcBef>
                <a:spcPts val="762"/>
              </a:spcBef>
              <a:spcAft>
                <a:spcPts val="0"/>
              </a:spcAft>
              <a:buClr>
                <a:srgbClr val="888888"/>
              </a:buClr>
              <a:buSzPts val="3811"/>
              <a:buNone/>
              <a:defRPr>
                <a:solidFill>
                  <a:srgbClr val="888888"/>
                </a:solidFill>
              </a:defRPr>
            </a:lvl4pPr>
            <a:lvl5pPr lvl="4" algn="ctr">
              <a:spcBef>
                <a:spcPts val="762"/>
              </a:spcBef>
              <a:spcAft>
                <a:spcPts val="0"/>
              </a:spcAft>
              <a:buClr>
                <a:srgbClr val="888888"/>
              </a:buClr>
              <a:buSzPts val="3811"/>
              <a:buNone/>
              <a:defRPr>
                <a:solidFill>
                  <a:srgbClr val="888888"/>
                </a:solidFill>
              </a:defRPr>
            </a:lvl5pPr>
            <a:lvl6pPr lvl="5" algn="ctr">
              <a:spcBef>
                <a:spcPts val="762"/>
              </a:spcBef>
              <a:spcAft>
                <a:spcPts val="0"/>
              </a:spcAft>
              <a:buClr>
                <a:srgbClr val="888888"/>
              </a:buClr>
              <a:buSzPts val="3811"/>
              <a:buNone/>
              <a:defRPr>
                <a:solidFill>
                  <a:srgbClr val="888888"/>
                </a:solidFill>
              </a:defRPr>
            </a:lvl6pPr>
            <a:lvl7pPr lvl="6" algn="ctr">
              <a:spcBef>
                <a:spcPts val="762"/>
              </a:spcBef>
              <a:spcAft>
                <a:spcPts val="0"/>
              </a:spcAft>
              <a:buClr>
                <a:srgbClr val="888888"/>
              </a:buClr>
              <a:buSzPts val="3811"/>
              <a:buNone/>
              <a:defRPr>
                <a:solidFill>
                  <a:srgbClr val="888888"/>
                </a:solidFill>
              </a:defRPr>
            </a:lvl7pPr>
            <a:lvl8pPr lvl="7" algn="ctr">
              <a:spcBef>
                <a:spcPts val="762"/>
              </a:spcBef>
              <a:spcAft>
                <a:spcPts val="0"/>
              </a:spcAft>
              <a:buClr>
                <a:srgbClr val="888888"/>
              </a:buClr>
              <a:buSzPts val="3811"/>
              <a:buNone/>
              <a:defRPr>
                <a:solidFill>
                  <a:srgbClr val="888888"/>
                </a:solidFill>
              </a:defRPr>
            </a:lvl8pPr>
            <a:lvl9pPr lvl="8" algn="ctr">
              <a:spcBef>
                <a:spcPts val="762"/>
              </a:spcBef>
              <a:spcAft>
                <a:spcPts val="0"/>
              </a:spcAft>
              <a:buClr>
                <a:srgbClr val="888888"/>
              </a:buClr>
              <a:buSzPts val="3811"/>
              <a:buNone/>
              <a:defRPr>
                <a:solidFill>
                  <a:srgbClr val="888888"/>
                </a:solidFill>
              </a:defRPr>
            </a:lvl9pPr>
          </a:lstStyle>
          <a:p>
            <a:endParaRPr/>
          </a:p>
        </p:txBody>
      </p:sp>
      <p:sp>
        <p:nvSpPr>
          <p:cNvPr id="18" name="Google Shape;18;p4"/>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1376492" y="8907084"/>
            <a:ext cx="14811647" cy="2752982"/>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7623"/>
              <a:buFont typeface="Calibri"/>
              <a:buNone/>
              <a:defRPr sz="762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1376492" y="5874955"/>
            <a:ext cx="14811647" cy="3032129"/>
          </a:xfrm>
          <a:prstGeom prst="rect">
            <a:avLst/>
          </a:prstGeom>
          <a:noFill/>
          <a:ln>
            <a:noFill/>
          </a:ln>
        </p:spPr>
        <p:txBody>
          <a:bodyPr spcFirstLastPara="1" wrap="square" lIns="91425" tIns="45700" rIns="91425" bIns="45700" anchor="b" anchorCtr="0">
            <a:normAutofit/>
          </a:bodyPr>
          <a:lstStyle>
            <a:lvl1pPr marL="457200" lvl="0" indent="-228600" algn="l">
              <a:spcBef>
                <a:spcPts val="762"/>
              </a:spcBef>
              <a:spcAft>
                <a:spcPts val="0"/>
              </a:spcAft>
              <a:buClr>
                <a:srgbClr val="888888"/>
              </a:buClr>
              <a:buSzPts val="3811"/>
              <a:buNone/>
              <a:defRPr sz="3811">
                <a:solidFill>
                  <a:srgbClr val="888888"/>
                </a:solidFill>
              </a:defRPr>
            </a:lvl1pPr>
            <a:lvl2pPr marL="914400" lvl="1" indent="-228600" algn="l">
              <a:spcBef>
                <a:spcPts val="686"/>
              </a:spcBef>
              <a:spcAft>
                <a:spcPts val="0"/>
              </a:spcAft>
              <a:buClr>
                <a:srgbClr val="888888"/>
              </a:buClr>
              <a:buSzPts val="3430"/>
              <a:buNone/>
              <a:defRPr sz="3430">
                <a:solidFill>
                  <a:srgbClr val="888888"/>
                </a:solidFill>
              </a:defRPr>
            </a:lvl2pPr>
            <a:lvl3pPr marL="1371600" lvl="2" indent="-228600" algn="l">
              <a:spcBef>
                <a:spcPts val="610"/>
              </a:spcBef>
              <a:spcAft>
                <a:spcPts val="0"/>
              </a:spcAft>
              <a:buClr>
                <a:srgbClr val="888888"/>
              </a:buClr>
              <a:buSzPts val="3049"/>
              <a:buNone/>
              <a:defRPr sz="3049">
                <a:solidFill>
                  <a:srgbClr val="888888"/>
                </a:solidFill>
              </a:defRPr>
            </a:lvl3pPr>
            <a:lvl4pPr marL="1828800" lvl="3" indent="-228600" algn="l">
              <a:spcBef>
                <a:spcPts val="534"/>
              </a:spcBef>
              <a:spcAft>
                <a:spcPts val="0"/>
              </a:spcAft>
              <a:buClr>
                <a:srgbClr val="888888"/>
              </a:buClr>
              <a:buSzPts val="2668"/>
              <a:buNone/>
              <a:defRPr sz="2668">
                <a:solidFill>
                  <a:srgbClr val="888888"/>
                </a:solidFill>
              </a:defRPr>
            </a:lvl4pPr>
            <a:lvl5pPr marL="2286000" lvl="4" indent="-228600" algn="l">
              <a:spcBef>
                <a:spcPts val="534"/>
              </a:spcBef>
              <a:spcAft>
                <a:spcPts val="0"/>
              </a:spcAft>
              <a:buClr>
                <a:srgbClr val="888888"/>
              </a:buClr>
              <a:buSzPts val="2668"/>
              <a:buNone/>
              <a:defRPr sz="2668">
                <a:solidFill>
                  <a:srgbClr val="888888"/>
                </a:solidFill>
              </a:defRPr>
            </a:lvl5pPr>
            <a:lvl6pPr marL="2743200" lvl="5" indent="-228600" algn="l">
              <a:spcBef>
                <a:spcPts val="534"/>
              </a:spcBef>
              <a:spcAft>
                <a:spcPts val="0"/>
              </a:spcAft>
              <a:buClr>
                <a:srgbClr val="888888"/>
              </a:buClr>
              <a:buSzPts val="2668"/>
              <a:buNone/>
              <a:defRPr sz="2668">
                <a:solidFill>
                  <a:srgbClr val="888888"/>
                </a:solidFill>
              </a:defRPr>
            </a:lvl6pPr>
            <a:lvl7pPr marL="3200400" lvl="6" indent="-228600" algn="l">
              <a:spcBef>
                <a:spcPts val="534"/>
              </a:spcBef>
              <a:spcAft>
                <a:spcPts val="0"/>
              </a:spcAft>
              <a:buClr>
                <a:srgbClr val="888888"/>
              </a:buClr>
              <a:buSzPts val="2668"/>
              <a:buNone/>
              <a:defRPr sz="2668">
                <a:solidFill>
                  <a:srgbClr val="888888"/>
                </a:solidFill>
              </a:defRPr>
            </a:lvl7pPr>
            <a:lvl8pPr marL="3657600" lvl="7" indent="-228600" algn="l">
              <a:spcBef>
                <a:spcPts val="534"/>
              </a:spcBef>
              <a:spcAft>
                <a:spcPts val="0"/>
              </a:spcAft>
              <a:buClr>
                <a:srgbClr val="888888"/>
              </a:buClr>
              <a:buSzPts val="2668"/>
              <a:buNone/>
              <a:defRPr sz="2668">
                <a:solidFill>
                  <a:srgbClr val="888888"/>
                </a:solidFill>
              </a:defRPr>
            </a:lvl8pPr>
            <a:lvl9pPr marL="4114800" lvl="8" indent="-228600" algn="l">
              <a:spcBef>
                <a:spcPts val="534"/>
              </a:spcBef>
              <a:spcAft>
                <a:spcPts val="0"/>
              </a:spcAft>
              <a:buClr>
                <a:srgbClr val="888888"/>
              </a:buClr>
              <a:buSzPts val="2668"/>
              <a:buNone/>
              <a:defRPr sz="2668">
                <a:solidFill>
                  <a:srgbClr val="888888"/>
                </a:solidFill>
              </a:defRPr>
            </a:lvl9pPr>
          </a:lstStyle>
          <a:p>
            <a:endParaRPr/>
          </a:p>
        </p:txBody>
      </p:sp>
      <p:sp>
        <p:nvSpPr>
          <p:cNvPr id="30" name="Google Shape;30;p6"/>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871273"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6" name="Google Shape;36;p7"/>
          <p:cNvSpPr txBox="1">
            <a:spLocks noGrp="1"/>
          </p:cNvSpPr>
          <p:nvPr>
            <p:ph type="body" idx="2"/>
          </p:nvPr>
        </p:nvSpPr>
        <p:spPr>
          <a:xfrm>
            <a:off x="8857946" y="3234273"/>
            <a:ext cx="7696248" cy="9147730"/>
          </a:xfrm>
          <a:prstGeom prst="rect">
            <a:avLst/>
          </a:prstGeom>
          <a:noFill/>
          <a:ln>
            <a:noFill/>
          </a:ln>
        </p:spPr>
        <p:txBody>
          <a:bodyPr spcFirstLastPara="1" wrap="square" lIns="91425" tIns="45700" rIns="91425" bIns="45700" anchor="t" anchorCtr="0">
            <a:normAutofit/>
          </a:bodyPr>
          <a:lstStyle>
            <a:lvl1pPr marL="457200" lvl="0" indent="-567436" algn="l">
              <a:spcBef>
                <a:spcPts val="1067"/>
              </a:spcBef>
              <a:spcAft>
                <a:spcPts val="0"/>
              </a:spcAft>
              <a:buClr>
                <a:schemeClr val="dk1"/>
              </a:buClr>
              <a:buSzPts val="5336"/>
              <a:buChar char="•"/>
              <a:defRPr sz="5336"/>
            </a:lvl1pPr>
            <a:lvl2pPr marL="914400" lvl="1" indent="-519049" algn="l">
              <a:spcBef>
                <a:spcPts val="915"/>
              </a:spcBef>
              <a:spcAft>
                <a:spcPts val="0"/>
              </a:spcAft>
              <a:buClr>
                <a:schemeClr val="dk1"/>
              </a:buClr>
              <a:buSzPts val="4574"/>
              <a:buChar char="–"/>
              <a:defRPr sz="4574"/>
            </a:lvl2pPr>
            <a:lvl3pPr marL="1371600" lvl="2" indent="-470599" algn="l">
              <a:spcBef>
                <a:spcPts val="762"/>
              </a:spcBef>
              <a:spcAft>
                <a:spcPts val="0"/>
              </a:spcAft>
              <a:buClr>
                <a:schemeClr val="dk1"/>
              </a:buClr>
              <a:buSzPts val="3811"/>
              <a:buChar char="•"/>
              <a:defRPr sz="3811"/>
            </a:lvl3pPr>
            <a:lvl4pPr marL="1828800" lvl="3" indent="-446405" algn="l">
              <a:spcBef>
                <a:spcPts val="686"/>
              </a:spcBef>
              <a:spcAft>
                <a:spcPts val="0"/>
              </a:spcAft>
              <a:buClr>
                <a:schemeClr val="dk1"/>
              </a:buClr>
              <a:buSzPts val="3430"/>
              <a:buChar char="–"/>
              <a:defRPr sz="3430"/>
            </a:lvl4pPr>
            <a:lvl5pPr marL="2286000" lvl="4" indent="-446405" algn="l">
              <a:spcBef>
                <a:spcPts val="686"/>
              </a:spcBef>
              <a:spcAft>
                <a:spcPts val="0"/>
              </a:spcAft>
              <a:buClr>
                <a:schemeClr val="dk1"/>
              </a:buClr>
              <a:buSzPts val="3430"/>
              <a:buChar char="»"/>
              <a:defRPr sz="3430"/>
            </a:lvl5pPr>
            <a:lvl6pPr marL="2743200" lvl="5" indent="-446405" algn="l">
              <a:spcBef>
                <a:spcPts val="686"/>
              </a:spcBef>
              <a:spcAft>
                <a:spcPts val="0"/>
              </a:spcAft>
              <a:buClr>
                <a:schemeClr val="dk1"/>
              </a:buClr>
              <a:buSzPts val="3430"/>
              <a:buChar char="•"/>
              <a:defRPr sz="3430"/>
            </a:lvl6pPr>
            <a:lvl7pPr marL="3200400" lvl="6" indent="-446405" algn="l">
              <a:spcBef>
                <a:spcPts val="686"/>
              </a:spcBef>
              <a:spcAft>
                <a:spcPts val="0"/>
              </a:spcAft>
              <a:buClr>
                <a:schemeClr val="dk1"/>
              </a:buClr>
              <a:buSzPts val="3430"/>
              <a:buChar char="•"/>
              <a:defRPr sz="3430"/>
            </a:lvl7pPr>
            <a:lvl8pPr marL="3657600" lvl="7" indent="-446405" algn="l">
              <a:spcBef>
                <a:spcPts val="686"/>
              </a:spcBef>
              <a:spcAft>
                <a:spcPts val="0"/>
              </a:spcAft>
              <a:buClr>
                <a:schemeClr val="dk1"/>
              </a:buClr>
              <a:buSzPts val="3430"/>
              <a:buChar char="•"/>
              <a:defRPr sz="3430"/>
            </a:lvl8pPr>
            <a:lvl9pPr marL="4114800" lvl="8" indent="-446405" algn="l">
              <a:spcBef>
                <a:spcPts val="686"/>
              </a:spcBef>
              <a:spcAft>
                <a:spcPts val="0"/>
              </a:spcAft>
              <a:buClr>
                <a:schemeClr val="dk1"/>
              </a:buClr>
              <a:buSzPts val="3430"/>
              <a:buChar char="•"/>
              <a:defRPr sz="3430"/>
            </a:lvl9pPr>
          </a:lstStyle>
          <a:p>
            <a:endParaRPr/>
          </a:p>
        </p:txBody>
      </p:sp>
      <p:sp>
        <p:nvSpPr>
          <p:cNvPr id="37" name="Google Shape;37;p7"/>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8385"/>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871273" y="3102721"/>
            <a:ext cx="7699274"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3" name="Google Shape;43;p8"/>
          <p:cNvSpPr txBox="1">
            <a:spLocks noGrp="1"/>
          </p:cNvSpPr>
          <p:nvPr>
            <p:ph type="body" idx="2"/>
          </p:nvPr>
        </p:nvSpPr>
        <p:spPr>
          <a:xfrm>
            <a:off x="871273" y="4395787"/>
            <a:ext cx="7699274"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4" name="Google Shape;44;p8"/>
          <p:cNvSpPr txBox="1">
            <a:spLocks noGrp="1"/>
          </p:cNvSpPr>
          <p:nvPr>
            <p:ph type="body" idx="3"/>
          </p:nvPr>
        </p:nvSpPr>
        <p:spPr>
          <a:xfrm>
            <a:off x="8851896" y="3102721"/>
            <a:ext cx="7702299" cy="1293066"/>
          </a:xfrm>
          <a:prstGeom prst="rect">
            <a:avLst/>
          </a:prstGeom>
          <a:noFill/>
          <a:ln>
            <a:noFill/>
          </a:ln>
        </p:spPr>
        <p:txBody>
          <a:bodyPr spcFirstLastPara="1" wrap="square" lIns="91425" tIns="45700" rIns="91425" bIns="45700" anchor="b" anchorCtr="0">
            <a:normAutofit/>
          </a:bodyPr>
          <a:lstStyle>
            <a:lvl1pPr marL="457200" lvl="0" indent="-228600" algn="l">
              <a:spcBef>
                <a:spcPts val="915"/>
              </a:spcBef>
              <a:spcAft>
                <a:spcPts val="0"/>
              </a:spcAft>
              <a:buClr>
                <a:schemeClr val="dk1"/>
              </a:buClr>
              <a:buSzPts val="4574"/>
              <a:buNone/>
              <a:defRPr sz="4574" b="1"/>
            </a:lvl1pPr>
            <a:lvl2pPr marL="914400" lvl="1" indent="-228600" algn="l">
              <a:spcBef>
                <a:spcPts val="762"/>
              </a:spcBef>
              <a:spcAft>
                <a:spcPts val="0"/>
              </a:spcAft>
              <a:buClr>
                <a:schemeClr val="dk1"/>
              </a:buClr>
              <a:buSzPts val="3811"/>
              <a:buNone/>
              <a:defRPr sz="3811" b="1"/>
            </a:lvl2pPr>
            <a:lvl3pPr marL="1371600" lvl="2" indent="-228600" algn="l">
              <a:spcBef>
                <a:spcPts val="686"/>
              </a:spcBef>
              <a:spcAft>
                <a:spcPts val="0"/>
              </a:spcAft>
              <a:buClr>
                <a:schemeClr val="dk1"/>
              </a:buClr>
              <a:buSzPts val="3430"/>
              <a:buNone/>
              <a:defRPr sz="3430" b="1"/>
            </a:lvl3pPr>
            <a:lvl4pPr marL="1828800" lvl="3" indent="-228600" algn="l">
              <a:spcBef>
                <a:spcPts val="610"/>
              </a:spcBef>
              <a:spcAft>
                <a:spcPts val="0"/>
              </a:spcAft>
              <a:buClr>
                <a:schemeClr val="dk1"/>
              </a:buClr>
              <a:buSzPts val="3049"/>
              <a:buNone/>
              <a:defRPr sz="3049" b="1"/>
            </a:lvl4pPr>
            <a:lvl5pPr marL="2286000" lvl="4" indent="-228600" algn="l">
              <a:spcBef>
                <a:spcPts val="610"/>
              </a:spcBef>
              <a:spcAft>
                <a:spcPts val="0"/>
              </a:spcAft>
              <a:buClr>
                <a:schemeClr val="dk1"/>
              </a:buClr>
              <a:buSzPts val="3049"/>
              <a:buNone/>
              <a:defRPr sz="3049" b="1"/>
            </a:lvl5pPr>
            <a:lvl6pPr marL="2743200" lvl="5" indent="-228600" algn="l">
              <a:spcBef>
                <a:spcPts val="610"/>
              </a:spcBef>
              <a:spcAft>
                <a:spcPts val="0"/>
              </a:spcAft>
              <a:buClr>
                <a:schemeClr val="dk1"/>
              </a:buClr>
              <a:buSzPts val="3049"/>
              <a:buNone/>
              <a:defRPr sz="3049" b="1"/>
            </a:lvl6pPr>
            <a:lvl7pPr marL="3200400" lvl="6" indent="-228600" algn="l">
              <a:spcBef>
                <a:spcPts val="610"/>
              </a:spcBef>
              <a:spcAft>
                <a:spcPts val="0"/>
              </a:spcAft>
              <a:buClr>
                <a:schemeClr val="dk1"/>
              </a:buClr>
              <a:buSzPts val="3049"/>
              <a:buNone/>
              <a:defRPr sz="3049" b="1"/>
            </a:lvl7pPr>
            <a:lvl8pPr marL="3657600" lvl="7" indent="-228600" algn="l">
              <a:spcBef>
                <a:spcPts val="610"/>
              </a:spcBef>
              <a:spcAft>
                <a:spcPts val="0"/>
              </a:spcAft>
              <a:buClr>
                <a:schemeClr val="dk1"/>
              </a:buClr>
              <a:buSzPts val="3049"/>
              <a:buNone/>
              <a:defRPr sz="3049" b="1"/>
            </a:lvl8pPr>
            <a:lvl9pPr marL="4114800" lvl="8" indent="-228600" algn="l">
              <a:spcBef>
                <a:spcPts val="610"/>
              </a:spcBef>
              <a:spcAft>
                <a:spcPts val="0"/>
              </a:spcAft>
              <a:buClr>
                <a:schemeClr val="dk1"/>
              </a:buClr>
              <a:buSzPts val="3049"/>
              <a:buNone/>
              <a:defRPr sz="3049" b="1"/>
            </a:lvl9pPr>
          </a:lstStyle>
          <a:p>
            <a:endParaRPr/>
          </a:p>
        </p:txBody>
      </p:sp>
      <p:sp>
        <p:nvSpPr>
          <p:cNvPr id="45" name="Google Shape;45;p8"/>
          <p:cNvSpPr txBox="1">
            <a:spLocks noGrp="1"/>
          </p:cNvSpPr>
          <p:nvPr>
            <p:ph type="body" idx="4"/>
          </p:nvPr>
        </p:nvSpPr>
        <p:spPr>
          <a:xfrm>
            <a:off x="8851896" y="4395787"/>
            <a:ext cx="7702299" cy="7986215"/>
          </a:xfrm>
          <a:prstGeom prst="rect">
            <a:avLst/>
          </a:prstGeom>
          <a:noFill/>
          <a:ln>
            <a:noFill/>
          </a:ln>
        </p:spPr>
        <p:txBody>
          <a:bodyPr spcFirstLastPara="1" wrap="square" lIns="91425" tIns="45700" rIns="91425" bIns="45700" anchor="t" anchorCtr="0">
            <a:normAutofit/>
          </a:bodyPr>
          <a:lstStyle>
            <a:lvl1pPr marL="457200" lvl="0" indent="-519049" algn="l">
              <a:spcBef>
                <a:spcPts val="915"/>
              </a:spcBef>
              <a:spcAft>
                <a:spcPts val="0"/>
              </a:spcAft>
              <a:buClr>
                <a:schemeClr val="dk1"/>
              </a:buClr>
              <a:buSzPts val="4574"/>
              <a:buChar char="•"/>
              <a:defRPr sz="4574"/>
            </a:lvl1pPr>
            <a:lvl2pPr marL="914400" lvl="1" indent="-470599" algn="l">
              <a:spcBef>
                <a:spcPts val="762"/>
              </a:spcBef>
              <a:spcAft>
                <a:spcPts val="0"/>
              </a:spcAft>
              <a:buClr>
                <a:schemeClr val="dk1"/>
              </a:buClr>
              <a:buSzPts val="3811"/>
              <a:buChar char="–"/>
              <a:defRPr sz="3811"/>
            </a:lvl2pPr>
            <a:lvl3pPr marL="1371600" lvl="2" indent="-446405" algn="l">
              <a:spcBef>
                <a:spcPts val="686"/>
              </a:spcBef>
              <a:spcAft>
                <a:spcPts val="0"/>
              </a:spcAft>
              <a:buClr>
                <a:schemeClr val="dk1"/>
              </a:buClr>
              <a:buSzPts val="3430"/>
              <a:buChar char="•"/>
              <a:defRPr sz="3430"/>
            </a:lvl3pPr>
            <a:lvl4pPr marL="1828800" lvl="3" indent="-422212" algn="l">
              <a:spcBef>
                <a:spcPts val="610"/>
              </a:spcBef>
              <a:spcAft>
                <a:spcPts val="0"/>
              </a:spcAft>
              <a:buClr>
                <a:schemeClr val="dk1"/>
              </a:buClr>
              <a:buSzPts val="3049"/>
              <a:buChar char="–"/>
              <a:defRPr sz="3049"/>
            </a:lvl4pPr>
            <a:lvl5pPr marL="2286000" lvl="4" indent="-422211" algn="l">
              <a:spcBef>
                <a:spcPts val="610"/>
              </a:spcBef>
              <a:spcAft>
                <a:spcPts val="0"/>
              </a:spcAft>
              <a:buClr>
                <a:schemeClr val="dk1"/>
              </a:buClr>
              <a:buSzPts val="3049"/>
              <a:buChar char="»"/>
              <a:defRPr sz="3049"/>
            </a:lvl5pPr>
            <a:lvl6pPr marL="2743200" lvl="5" indent="-422211" algn="l">
              <a:spcBef>
                <a:spcPts val="610"/>
              </a:spcBef>
              <a:spcAft>
                <a:spcPts val="0"/>
              </a:spcAft>
              <a:buClr>
                <a:schemeClr val="dk1"/>
              </a:buClr>
              <a:buSzPts val="3049"/>
              <a:buChar char="•"/>
              <a:defRPr sz="3049"/>
            </a:lvl6pPr>
            <a:lvl7pPr marL="3200400" lvl="6" indent="-422211" algn="l">
              <a:spcBef>
                <a:spcPts val="610"/>
              </a:spcBef>
              <a:spcAft>
                <a:spcPts val="0"/>
              </a:spcAft>
              <a:buClr>
                <a:schemeClr val="dk1"/>
              </a:buClr>
              <a:buSzPts val="3049"/>
              <a:buChar char="•"/>
              <a:defRPr sz="3049"/>
            </a:lvl7pPr>
            <a:lvl8pPr marL="3657600" lvl="7" indent="-422211" algn="l">
              <a:spcBef>
                <a:spcPts val="610"/>
              </a:spcBef>
              <a:spcAft>
                <a:spcPts val="0"/>
              </a:spcAft>
              <a:buClr>
                <a:schemeClr val="dk1"/>
              </a:buClr>
              <a:buSzPts val="3049"/>
              <a:buChar char="•"/>
              <a:defRPr sz="3049"/>
            </a:lvl8pPr>
            <a:lvl9pPr marL="4114800" lvl="8" indent="-422211" algn="l">
              <a:spcBef>
                <a:spcPts val="610"/>
              </a:spcBef>
              <a:spcAft>
                <a:spcPts val="0"/>
              </a:spcAft>
              <a:buClr>
                <a:schemeClr val="dk1"/>
              </a:buClr>
              <a:buSzPts val="3049"/>
              <a:buChar char="•"/>
              <a:defRPr sz="3049"/>
            </a:lvl9pPr>
          </a:lstStyle>
          <a:p>
            <a:endParaRPr/>
          </a:p>
        </p:txBody>
      </p:sp>
      <p:sp>
        <p:nvSpPr>
          <p:cNvPr id="46" name="Google Shape;46;p8"/>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71274" y="551880"/>
            <a:ext cx="5732859" cy="234869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6812874" y="551881"/>
            <a:ext cx="9741320" cy="11830122"/>
          </a:xfrm>
          <a:prstGeom prst="rect">
            <a:avLst/>
          </a:prstGeom>
          <a:noFill/>
          <a:ln>
            <a:noFill/>
          </a:ln>
        </p:spPr>
        <p:txBody>
          <a:bodyPr spcFirstLastPara="1" wrap="square" lIns="91425" tIns="45700" rIns="91425" bIns="45700" anchor="t" anchorCtr="0">
            <a:normAutofit/>
          </a:bodyPr>
          <a:lstStyle>
            <a:lvl1pPr marL="457200" lvl="0" indent="-615823" algn="l">
              <a:spcBef>
                <a:spcPts val="1220"/>
              </a:spcBef>
              <a:spcAft>
                <a:spcPts val="0"/>
              </a:spcAft>
              <a:buClr>
                <a:schemeClr val="dk1"/>
              </a:buClr>
              <a:buSzPts val="6098"/>
              <a:buChar char="•"/>
              <a:defRPr sz="6098"/>
            </a:lvl1pPr>
            <a:lvl2pPr marL="914400" lvl="1" indent="-567436" algn="l">
              <a:spcBef>
                <a:spcPts val="1067"/>
              </a:spcBef>
              <a:spcAft>
                <a:spcPts val="0"/>
              </a:spcAft>
              <a:buClr>
                <a:schemeClr val="dk1"/>
              </a:buClr>
              <a:buSzPts val="5336"/>
              <a:buChar char="–"/>
              <a:defRPr sz="5336"/>
            </a:lvl2pPr>
            <a:lvl3pPr marL="1371600" lvl="2" indent="-519049" algn="l">
              <a:spcBef>
                <a:spcPts val="915"/>
              </a:spcBef>
              <a:spcAft>
                <a:spcPts val="0"/>
              </a:spcAft>
              <a:buClr>
                <a:schemeClr val="dk1"/>
              </a:buClr>
              <a:buSzPts val="4574"/>
              <a:buChar char="•"/>
              <a:defRPr sz="4574"/>
            </a:lvl3pPr>
            <a:lvl4pPr marL="1828800" lvl="3" indent="-470599" algn="l">
              <a:spcBef>
                <a:spcPts val="762"/>
              </a:spcBef>
              <a:spcAft>
                <a:spcPts val="0"/>
              </a:spcAft>
              <a:buClr>
                <a:schemeClr val="dk1"/>
              </a:buClr>
              <a:buSzPts val="3811"/>
              <a:buChar char="–"/>
              <a:defRPr sz="3811"/>
            </a:lvl4pPr>
            <a:lvl5pPr marL="2286000" lvl="4" indent="-470598" algn="l">
              <a:spcBef>
                <a:spcPts val="762"/>
              </a:spcBef>
              <a:spcAft>
                <a:spcPts val="0"/>
              </a:spcAft>
              <a:buClr>
                <a:schemeClr val="dk1"/>
              </a:buClr>
              <a:buSzPts val="3811"/>
              <a:buChar char="»"/>
              <a:defRPr sz="3811"/>
            </a:lvl5pPr>
            <a:lvl6pPr marL="2743200" lvl="5" indent="-470598" algn="l">
              <a:spcBef>
                <a:spcPts val="762"/>
              </a:spcBef>
              <a:spcAft>
                <a:spcPts val="0"/>
              </a:spcAft>
              <a:buClr>
                <a:schemeClr val="dk1"/>
              </a:buClr>
              <a:buSzPts val="3811"/>
              <a:buChar char="•"/>
              <a:defRPr sz="3811"/>
            </a:lvl6pPr>
            <a:lvl7pPr marL="3200400" lvl="6" indent="-470598" algn="l">
              <a:spcBef>
                <a:spcPts val="762"/>
              </a:spcBef>
              <a:spcAft>
                <a:spcPts val="0"/>
              </a:spcAft>
              <a:buClr>
                <a:schemeClr val="dk1"/>
              </a:buClr>
              <a:buSzPts val="3811"/>
              <a:buChar char="•"/>
              <a:defRPr sz="3811"/>
            </a:lvl7pPr>
            <a:lvl8pPr marL="3657600" lvl="7" indent="-470598" algn="l">
              <a:spcBef>
                <a:spcPts val="762"/>
              </a:spcBef>
              <a:spcAft>
                <a:spcPts val="0"/>
              </a:spcAft>
              <a:buClr>
                <a:schemeClr val="dk1"/>
              </a:buClr>
              <a:buSzPts val="3811"/>
              <a:buChar char="•"/>
              <a:defRPr sz="3811"/>
            </a:lvl8pPr>
            <a:lvl9pPr marL="4114800" lvl="8" indent="-470598" algn="l">
              <a:spcBef>
                <a:spcPts val="762"/>
              </a:spcBef>
              <a:spcAft>
                <a:spcPts val="0"/>
              </a:spcAft>
              <a:buClr>
                <a:schemeClr val="dk1"/>
              </a:buClr>
              <a:buSzPts val="3811"/>
              <a:buChar char="•"/>
              <a:defRPr sz="3811"/>
            </a:lvl9pPr>
          </a:lstStyle>
          <a:p>
            <a:endParaRPr/>
          </a:p>
        </p:txBody>
      </p:sp>
      <p:sp>
        <p:nvSpPr>
          <p:cNvPr id="57" name="Google Shape;57;p10"/>
          <p:cNvSpPr txBox="1">
            <a:spLocks noGrp="1"/>
          </p:cNvSpPr>
          <p:nvPr>
            <p:ph type="body" idx="2"/>
          </p:nvPr>
        </p:nvSpPr>
        <p:spPr>
          <a:xfrm>
            <a:off x="871274" y="2900579"/>
            <a:ext cx="5732859" cy="9481424"/>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58" name="Google Shape;58;p10"/>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3415514" y="9702817"/>
            <a:ext cx="10455280" cy="114547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3811"/>
              <a:buFont typeface="Calibri"/>
              <a:buNone/>
              <a:defRPr sz="3811"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3415514" y="1238521"/>
            <a:ext cx="10455280" cy="8316700"/>
          </a:xfrm>
          <a:prstGeom prst="rect">
            <a:avLst/>
          </a:prstGeom>
          <a:noFill/>
          <a:ln>
            <a:noFill/>
          </a:ln>
        </p:spPr>
      </p:sp>
      <p:sp>
        <p:nvSpPr>
          <p:cNvPr id="64" name="Google Shape;64;p11"/>
          <p:cNvSpPr txBox="1">
            <a:spLocks noGrp="1"/>
          </p:cNvSpPr>
          <p:nvPr>
            <p:ph type="body" idx="1"/>
          </p:nvPr>
        </p:nvSpPr>
        <p:spPr>
          <a:xfrm>
            <a:off x="3415514" y="10848290"/>
            <a:ext cx="10455280" cy="1626761"/>
          </a:xfrm>
          <a:prstGeom prst="rect">
            <a:avLst/>
          </a:prstGeom>
          <a:noFill/>
          <a:ln>
            <a:noFill/>
          </a:ln>
        </p:spPr>
        <p:txBody>
          <a:bodyPr spcFirstLastPara="1" wrap="square" lIns="91425" tIns="45700" rIns="91425" bIns="45700" anchor="t" anchorCtr="0">
            <a:normAutofit/>
          </a:bodyPr>
          <a:lstStyle>
            <a:lvl1pPr marL="457200" lvl="0" indent="-228600" algn="l">
              <a:spcBef>
                <a:spcPts val="534"/>
              </a:spcBef>
              <a:spcAft>
                <a:spcPts val="0"/>
              </a:spcAft>
              <a:buClr>
                <a:schemeClr val="dk1"/>
              </a:buClr>
              <a:buSzPts val="2668"/>
              <a:buNone/>
              <a:defRPr sz="2668"/>
            </a:lvl1pPr>
            <a:lvl2pPr marL="914400" lvl="1" indent="-228600" algn="l">
              <a:spcBef>
                <a:spcPts val="457"/>
              </a:spcBef>
              <a:spcAft>
                <a:spcPts val="0"/>
              </a:spcAft>
              <a:buClr>
                <a:schemeClr val="dk1"/>
              </a:buClr>
              <a:buSzPts val="2287"/>
              <a:buNone/>
              <a:defRPr sz="2287"/>
            </a:lvl2pPr>
            <a:lvl3pPr marL="1371600" lvl="2" indent="-228600" algn="l">
              <a:spcBef>
                <a:spcPts val="381"/>
              </a:spcBef>
              <a:spcAft>
                <a:spcPts val="0"/>
              </a:spcAft>
              <a:buClr>
                <a:schemeClr val="dk1"/>
              </a:buClr>
              <a:buSzPts val="1906"/>
              <a:buNone/>
              <a:defRPr sz="1906"/>
            </a:lvl3pPr>
            <a:lvl4pPr marL="1828800" lvl="3" indent="-228600" algn="l">
              <a:spcBef>
                <a:spcPts val="343"/>
              </a:spcBef>
              <a:spcAft>
                <a:spcPts val="0"/>
              </a:spcAft>
              <a:buClr>
                <a:schemeClr val="dk1"/>
              </a:buClr>
              <a:buSzPts val="1715"/>
              <a:buNone/>
              <a:defRPr sz="1715"/>
            </a:lvl4pPr>
            <a:lvl5pPr marL="2286000" lvl="4" indent="-228600" algn="l">
              <a:spcBef>
                <a:spcPts val="343"/>
              </a:spcBef>
              <a:spcAft>
                <a:spcPts val="0"/>
              </a:spcAft>
              <a:buClr>
                <a:schemeClr val="dk1"/>
              </a:buClr>
              <a:buSzPts val="1715"/>
              <a:buNone/>
              <a:defRPr sz="1715"/>
            </a:lvl5pPr>
            <a:lvl6pPr marL="2743200" lvl="5" indent="-228600" algn="l">
              <a:spcBef>
                <a:spcPts val="343"/>
              </a:spcBef>
              <a:spcAft>
                <a:spcPts val="0"/>
              </a:spcAft>
              <a:buClr>
                <a:schemeClr val="dk1"/>
              </a:buClr>
              <a:buSzPts val="1715"/>
              <a:buNone/>
              <a:defRPr sz="1715"/>
            </a:lvl6pPr>
            <a:lvl7pPr marL="3200400" lvl="6" indent="-228600" algn="l">
              <a:spcBef>
                <a:spcPts val="343"/>
              </a:spcBef>
              <a:spcAft>
                <a:spcPts val="0"/>
              </a:spcAft>
              <a:buClr>
                <a:schemeClr val="dk1"/>
              </a:buClr>
              <a:buSzPts val="1715"/>
              <a:buNone/>
              <a:defRPr sz="1715"/>
            </a:lvl7pPr>
            <a:lvl8pPr marL="3657600" lvl="7" indent="-228600" algn="l">
              <a:spcBef>
                <a:spcPts val="343"/>
              </a:spcBef>
              <a:spcAft>
                <a:spcPts val="0"/>
              </a:spcAft>
              <a:buClr>
                <a:schemeClr val="dk1"/>
              </a:buClr>
              <a:buSzPts val="1715"/>
              <a:buNone/>
              <a:defRPr sz="1715"/>
            </a:lvl8pPr>
            <a:lvl9pPr marL="4114800" lvl="8" indent="-228600" algn="l">
              <a:spcBef>
                <a:spcPts val="343"/>
              </a:spcBef>
              <a:spcAft>
                <a:spcPts val="0"/>
              </a:spcAft>
              <a:buClr>
                <a:schemeClr val="dk1"/>
              </a:buClr>
              <a:buSzPts val="1715"/>
              <a:buNone/>
              <a:defRPr sz="1715"/>
            </a:lvl9pPr>
          </a:lstStyle>
          <a:p>
            <a:endParaRPr/>
          </a:p>
        </p:txBody>
      </p:sp>
      <p:sp>
        <p:nvSpPr>
          <p:cNvPr id="65" name="Google Shape;65;p11"/>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4138869" y="-33322"/>
            <a:ext cx="9147730" cy="1568292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680373" y="4508182"/>
            <a:ext cx="11826913" cy="39207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693699" y="732664"/>
            <a:ext cx="11826913" cy="1147176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71273" y="555089"/>
            <a:ext cx="15682921" cy="2310195"/>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8385"/>
              <a:buFont typeface="Calibri"/>
              <a:buNone/>
              <a:defRPr sz="8385"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71273" y="3234273"/>
            <a:ext cx="15682921" cy="9147730"/>
          </a:xfrm>
          <a:prstGeom prst="rect">
            <a:avLst/>
          </a:prstGeom>
          <a:noFill/>
          <a:ln>
            <a:noFill/>
          </a:ln>
        </p:spPr>
        <p:txBody>
          <a:bodyPr spcFirstLastPara="1" wrap="square" lIns="91425" tIns="45700" rIns="91425" bIns="45700" anchor="t" anchorCtr="0">
            <a:normAutofit/>
          </a:bodyPr>
          <a:lstStyle>
            <a:lvl1pPr marL="457200" marR="0" lvl="0" indent="-615823" algn="l" rtl="0">
              <a:spcBef>
                <a:spcPts val="1220"/>
              </a:spcBef>
              <a:spcAft>
                <a:spcPts val="0"/>
              </a:spcAft>
              <a:buClr>
                <a:schemeClr val="dk1"/>
              </a:buClr>
              <a:buSzPts val="6098"/>
              <a:buFont typeface="Arial"/>
              <a:buChar char="•"/>
              <a:defRPr sz="6098" b="0" i="0" u="none" strike="noStrike" cap="none">
                <a:solidFill>
                  <a:schemeClr val="dk1"/>
                </a:solidFill>
                <a:latin typeface="Calibri"/>
                <a:ea typeface="Calibri"/>
                <a:cs typeface="Calibri"/>
                <a:sym typeface="Calibri"/>
              </a:defRPr>
            </a:lvl1pPr>
            <a:lvl2pPr marL="914400" marR="0" lvl="1" indent="-567436" algn="l" rtl="0">
              <a:spcBef>
                <a:spcPts val="1067"/>
              </a:spcBef>
              <a:spcAft>
                <a:spcPts val="0"/>
              </a:spcAft>
              <a:buClr>
                <a:schemeClr val="dk1"/>
              </a:buClr>
              <a:buSzPts val="5336"/>
              <a:buFont typeface="Arial"/>
              <a:buChar char="–"/>
              <a:defRPr sz="5336" b="0" i="0" u="none" strike="noStrike" cap="none">
                <a:solidFill>
                  <a:schemeClr val="dk1"/>
                </a:solidFill>
                <a:latin typeface="Calibri"/>
                <a:ea typeface="Calibri"/>
                <a:cs typeface="Calibri"/>
                <a:sym typeface="Calibri"/>
              </a:defRPr>
            </a:lvl2pPr>
            <a:lvl3pPr marL="1371600" marR="0" lvl="2" indent="-519049" algn="l" rtl="0">
              <a:spcBef>
                <a:spcPts val="915"/>
              </a:spcBef>
              <a:spcAft>
                <a:spcPts val="0"/>
              </a:spcAft>
              <a:buClr>
                <a:schemeClr val="dk1"/>
              </a:buClr>
              <a:buSzPts val="4574"/>
              <a:buFont typeface="Arial"/>
              <a:buChar char="•"/>
              <a:defRPr sz="4574" b="0" i="0" u="none" strike="noStrike" cap="none">
                <a:solidFill>
                  <a:schemeClr val="dk1"/>
                </a:solidFill>
                <a:latin typeface="Calibri"/>
                <a:ea typeface="Calibri"/>
                <a:cs typeface="Calibri"/>
                <a:sym typeface="Calibri"/>
              </a:defRPr>
            </a:lvl3pPr>
            <a:lvl4pPr marL="1828800" marR="0" lvl="3" indent="-470599"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4pPr>
            <a:lvl5pPr marL="2286000" marR="0" lvl="4"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5pPr>
            <a:lvl6pPr marL="2743200" marR="0" lvl="5"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6pPr>
            <a:lvl7pPr marL="3200400" marR="0" lvl="6"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7pPr>
            <a:lvl8pPr marL="3657600" marR="0" lvl="7"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8pPr>
            <a:lvl9pPr marL="4114800" marR="0" lvl="8" indent="-470598" algn="l" rtl="0">
              <a:spcBef>
                <a:spcPts val="762"/>
              </a:spcBef>
              <a:spcAft>
                <a:spcPts val="0"/>
              </a:spcAft>
              <a:buClr>
                <a:schemeClr val="dk1"/>
              </a:buClr>
              <a:buSzPts val="3811"/>
              <a:buFont typeface="Arial"/>
              <a:buChar char="•"/>
              <a:defRPr sz="3811"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871274" y="12847249"/>
            <a:ext cx="4065942" cy="73797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5953701" y="12847249"/>
            <a:ext cx="5518065" cy="73797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28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552"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12488252" y="12847249"/>
            <a:ext cx="4065942" cy="73797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287" b="0" i="0" u="none" strike="noStrike" cap="none">
                <a:solidFill>
                  <a:srgbClr val="888888"/>
                </a:solidFill>
                <a:latin typeface="Calibri"/>
                <a:ea typeface="Calibri"/>
                <a:cs typeface="Calibri"/>
                <a:sym typeface="Calibri"/>
              </a:defRPr>
            </a:lvl1pPr>
            <a:lvl2pPr marL="0" marR="0" lvl="1" indent="0" algn="r" rtl="0">
              <a:spcBef>
                <a:spcPts val="0"/>
              </a:spcBef>
              <a:buNone/>
              <a:defRPr sz="2287" b="0" i="0" u="none" strike="noStrike" cap="none">
                <a:solidFill>
                  <a:srgbClr val="888888"/>
                </a:solidFill>
                <a:latin typeface="Calibri"/>
                <a:ea typeface="Calibri"/>
                <a:cs typeface="Calibri"/>
                <a:sym typeface="Calibri"/>
              </a:defRPr>
            </a:lvl2pPr>
            <a:lvl3pPr marL="0" marR="0" lvl="2" indent="0" algn="r" rtl="0">
              <a:spcBef>
                <a:spcPts val="0"/>
              </a:spcBef>
              <a:buNone/>
              <a:defRPr sz="2287" b="0" i="0" u="none" strike="noStrike" cap="none">
                <a:solidFill>
                  <a:srgbClr val="888888"/>
                </a:solidFill>
                <a:latin typeface="Calibri"/>
                <a:ea typeface="Calibri"/>
                <a:cs typeface="Calibri"/>
                <a:sym typeface="Calibri"/>
              </a:defRPr>
            </a:lvl3pPr>
            <a:lvl4pPr marL="0" marR="0" lvl="3" indent="0" algn="r" rtl="0">
              <a:spcBef>
                <a:spcPts val="0"/>
              </a:spcBef>
              <a:buNone/>
              <a:defRPr sz="2287" b="0" i="0" u="none" strike="noStrike" cap="none">
                <a:solidFill>
                  <a:srgbClr val="888888"/>
                </a:solidFill>
                <a:latin typeface="Calibri"/>
                <a:ea typeface="Calibri"/>
                <a:cs typeface="Calibri"/>
                <a:sym typeface="Calibri"/>
              </a:defRPr>
            </a:lvl4pPr>
            <a:lvl5pPr marL="0" marR="0" lvl="4" indent="0" algn="r" rtl="0">
              <a:spcBef>
                <a:spcPts val="0"/>
              </a:spcBef>
              <a:buNone/>
              <a:defRPr sz="2287" b="0" i="0" u="none" strike="noStrike" cap="none">
                <a:solidFill>
                  <a:srgbClr val="888888"/>
                </a:solidFill>
                <a:latin typeface="Calibri"/>
                <a:ea typeface="Calibri"/>
                <a:cs typeface="Calibri"/>
                <a:sym typeface="Calibri"/>
              </a:defRPr>
            </a:lvl5pPr>
            <a:lvl6pPr marL="0" marR="0" lvl="5" indent="0" algn="r" rtl="0">
              <a:spcBef>
                <a:spcPts val="0"/>
              </a:spcBef>
              <a:buNone/>
              <a:defRPr sz="2287" b="0" i="0" u="none" strike="noStrike" cap="none">
                <a:solidFill>
                  <a:srgbClr val="888888"/>
                </a:solidFill>
                <a:latin typeface="Calibri"/>
                <a:ea typeface="Calibri"/>
                <a:cs typeface="Calibri"/>
                <a:sym typeface="Calibri"/>
              </a:defRPr>
            </a:lvl6pPr>
            <a:lvl7pPr marL="0" marR="0" lvl="6" indent="0" algn="r" rtl="0">
              <a:spcBef>
                <a:spcPts val="0"/>
              </a:spcBef>
              <a:buNone/>
              <a:defRPr sz="2287" b="0" i="0" u="none" strike="noStrike" cap="none">
                <a:solidFill>
                  <a:srgbClr val="888888"/>
                </a:solidFill>
                <a:latin typeface="Calibri"/>
                <a:ea typeface="Calibri"/>
                <a:cs typeface="Calibri"/>
                <a:sym typeface="Calibri"/>
              </a:defRPr>
            </a:lvl7pPr>
            <a:lvl8pPr marL="0" marR="0" lvl="7" indent="0" algn="r" rtl="0">
              <a:spcBef>
                <a:spcPts val="0"/>
              </a:spcBef>
              <a:buNone/>
              <a:defRPr sz="2287" b="0" i="0" u="none" strike="noStrike" cap="none">
                <a:solidFill>
                  <a:srgbClr val="888888"/>
                </a:solidFill>
                <a:latin typeface="Calibri"/>
                <a:ea typeface="Calibri"/>
                <a:cs typeface="Calibri"/>
                <a:sym typeface="Calibri"/>
              </a:defRPr>
            </a:lvl8pPr>
            <a:lvl9pPr marL="0" marR="0" lvl="8" indent="0" algn="r" rtl="0">
              <a:spcBef>
                <a:spcPts val="0"/>
              </a:spcBef>
              <a:buNone/>
              <a:defRPr sz="2287"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4F37"/>
        </a:solidFill>
        <a:effectLst/>
      </p:bgPr>
    </p:bg>
    <p:spTree>
      <p:nvGrpSpPr>
        <p:cNvPr id="1" name="Shape 83"/>
        <p:cNvGrpSpPr/>
        <p:nvPr/>
      </p:nvGrpSpPr>
      <p:grpSpPr>
        <a:xfrm>
          <a:off x="0" y="0"/>
          <a:ext cx="0" cy="0"/>
          <a:chOff x="0" y="0"/>
          <a:chExt cx="0" cy="0"/>
        </a:xfrm>
      </p:grpSpPr>
      <p:grpSp>
        <p:nvGrpSpPr>
          <p:cNvPr id="84" name="Google Shape;84;p1"/>
          <p:cNvGrpSpPr/>
          <p:nvPr/>
        </p:nvGrpSpPr>
        <p:grpSpPr>
          <a:xfrm>
            <a:off x="-234721" y="36273035"/>
            <a:ext cx="29324843" cy="6968084"/>
            <a:chOff x="0" y="-47625"/>
            <a:chExt cx="3032124" cy="655203"/>
          </a:xfrm>
        </p:grpSpPr>
        <p:sp>
          <p:nvSpPr>
            <p:cNvPr id="85" name="Google Shape;85;p1"/>
            <p:cNvSpPr/>
            <p:nvPr/>
          </p:nvSpPr>
          <p:spPr>
            <a:xfrm>
              <a:off x="0" y="0"/>
              <a:ext cx="3032124" cy="607578"/>
            </a:xfrm>
            <a:custGeom>
              <a:avLst/>
              <a:gdLst/>
              <a:ahLst/>
              <a:cxnLst/>
              <a:rect l="l" t="t" r="r" b="b"/>
              <a:pathLst>
                <a:path w="3032124" h="607578" extrusionOk="0">
                  <a:moveTo>
                    <a:pt x="0" y="0"/>
                  </a:moveTo>
                  <a:lnTo>
                    <a:pt x="3032124" y="0"/>
                  </a:lnTo>
                  <a:lnTo>
                    <a:pt x="3032124" y="607578"/>
                  </a:lnTo>
                  <a:lnTo>
                    <a:pt x="0" y="607578"/>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86" name="Google Shape;86;p1"/>
            <p:cNvSpPr txBox="1"/>
            <p:nvPr/>
          </p:nvSpPr>
          <p:spPr>
            <a:xfrm>
              <a:off x="0" y="-47625"/>
              <a:ext cx="3032124" cy="655203"/>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87" name="Google Shape;87;p1"/>
          <p:cNvSpPr/>
          <p:nvPr/>
        </p:nvSpPr>
        <p:spPr>
          <a:xfrm>
            <a:off x="3163237" y="34829695"/>
            <a:ext cx="22769151" cy="14311010"/>
          </a:xfrm>
          <a:custGeom>
            <a:avLst/>
            <a:gdLst/>
            <a:ahLst/>
            <a:cxnLst/>
            <a:rect l="l" t="t" r="r" b="b"/>
            <a:pathLst>
              <a:path w="11948094" h="7509691" extrusionOk="0">
                <a:moveTo>
                  <a:pt x="0" y="0"/>
                </a:moveTo>
                <a:lnTo>
                  <a:pt x="11948094" y="0"/>
                </a:lnTo>
                <a:lnTo>
                  <a:pt x="11948094" y="7509692"/>
                </a:lnTo>
                <a:lnTo>
                  <a:pt x="0" y="7509692"/>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grpSp>
        <p:nvGrpSpPr>
          <p:cNvPr id="88" name="Google Shape;88;p1"/>
          <p:cNvGrpSpPr/>
          <p:nvPr/>
        </p:nvGrpSpPr>
        <p:grpSpPr>
          <a:xfrm>
            <a:off x="-234720" y="28800364"/>
            <a:ext cx="29304069" cy="9759747"/>
            <a:chOff x="0" y="-47625"/>
            <a:chExt cx="3163653" cy="917701"/>
          </a:xfrm>
        </p:grpSpPr>
        <p:sp>
          <p:nvSpPr>
            <p:cNvPr id="89" name="Google Shape;89;p1"/>
            <p:cNvSpPr/>
            <p:nvPr/>
          </p:nvSpPr>
          <p:spPr>
            <a:xfrm>
              <a:off x="0" y="0"/>
              <a:ext cx="3163653" cy="870076"/>
            </a:xfrm>
            <a:custGeom>
              <a:avLst/>
              <a:gdLst/>
              <a:ahLst/>
              <a:cxnLst/>
              <a:rect l="l" t="t" r="r" b="b"/>
              <a:pathLst>
                <a:path w="3163653" h="870076" extrusionOk="0">
                  <a:moveTo>
                    <a:pt x="0" y="0"/>
                  </a:moveTo>
                  <a:lnTo>
                    <a:pt x="3163653" y="0"/>
                  </a:lnTo>
                  <a:lnTo>
                    <a:pt x="3163653" y="870076"/>
                  </a:lnTo>
                  <a:lnTo>
                    <a:pt x="0" y="870076"/>
                  </a:lnTo>
                  <a:close/>
                </a:path>
              </a:pathLst>
            </a:custGeom>
            <a:solidFill>
              <a:srgbClr val="044F3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0" name="Google Shape;90;p1"/>
            <p:cNvSpPr txBox="1"/>
            <p:nvPr/>
          </p:nvSpPr>
          <p:spPr>
            <a:xfrm>
              <a:off x="0" y="-47625"/>
              <a:ext cx="3163653" cy="917701"/>
            </a:xfrm>
            <a:prstGeom prst="rect">
              <a:avLst/>
            </a:prstGeom>
            <a:noFill/>
            <a:ln>
              <a:noFill/>
            </a:ln>
          </p:spPr>
          <p:txBody>
            <a:bodyPr spcFirstLastPara="1" wrap="square" lIns="88925" tIns="88925" rIns="88925" bIns="88925" anchor="ctr" anchorCtr="0">
              <a:noAutofit/>
            </a:bodyPr>
            <a:lstStyle/>
            <a:p>
              <a:pPr marL="0" marR="0" lvl="0" indent="0" algn="l"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1" name="Google Shape;91;p1"/>
          <p:cNvGrpSpPr/>
          <p:nvPr/>
        </p:nvGrpSpPr>
        <p:grpSpPr>
          <a:xfrm>
            <a:off x="-234719" y="21010291"/>
            <a:ext cx="29324842" cy="9460531"/>
            <a:chOff x="0" y="-47625"/>
            <a:chExt cx="3225442" cy="889566"/>
          </a:xfrm>
        </p:grpSpPr>
        <p:sp>
          <p:nvSpPr>
            <p:cNvPr id="92" name="Google Shape;92;p1"/>
            <p:cNvSpPr/>
            <p:nvPr/>
          </p:nvSpPr>
          <p:spPr>
            <a:xfrm>
              <a:off x="0" y="0"/>
              <a:ext cx="3225442" cy="841941"/>
            </a:xfrm>
            <a:custGeom>
              <a:avLst/>
              <a:gdLst/>
              <a:ahLst/>
              <a:cxnLst/>
              <a:rect l="l" t="t" r="r" b="b"/>
              <a:pathLst>
                <a:path w="3225442" h="841941" extrusionOk="0">
                  <a:moveTo>
                    <a:pt x="0" y="0"/>
                  </a:moveTo>
                  <a:lnTo>
                    <a:pt x="3225442" y="0"/>
                  </a:lnTo>
                  <a:lnTo>
                    <a:pt x="3225442" y="841941"/>
                  </a:lnTo>
                  <a:lnTo>
                    <a:pt x="0" y="841941"/>
                  </a:lnTo>
                  <a:close/>
                </a:path>
              </a:pathLst>
            </a:custGeom>
            <a:solidFill>
              <a:srgbClr val="02332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3" name="Google Shape;93;p1"/>
            <p:cNvSpPr txBox="1"/>
            <p:nvPr/>
          </p:nvSpPr>
          <p:spPr>
            <a:xfrm>
              <a:off x="0" y="-47625"/>
              <a:ext cx="3225442" cy="8895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4" name="Google Shape;94;p1"/>
          <p:cNvGrpSpPr/>
          <p:nvPr/>
        </p:nvGrpSpPr>
        <p:grpSpPr>
          <a:xfrm>
            <a:off x="-234720" y="15561373"/>
            <a:ext cx="29304069" cy="8372962"/>
            <a:chOff x="0" y="-47625"/>
            <a:chExt cx="3032124" cy="787302"/>
          </a:xfrm>
        </p:grpSpPr>
        <p:sp>
          <p:nvSpPr>
            <p:cNvPr id="95" name="Google Shape;95;p1"/>
            <p:cNvSpPr/>
            <p:nvPr/>
          </p:nvSpPr>
          <p:spPr>
            <a:xfrm>
              <a:off x="0" y="0"/>
              <a:ext cx="3032124" cy="739677"/>
            </a:xfrm>
            <a:custGeom>
              <a:avLst/>
              <a:gdLst/>
              <a:ahLst/>
              <a:cxnLst/>
              <a:rect l="l" t="t" r="r" b="b"/>
              <a:pathLst>
                <a:path w="3032124" h="739677" extrusionOk="0">
                  <a:moveTo>
                    <a:pt x="0" y="0"/>
                  </a:moveTo>
                  <a:lnTo>
                    <a:pt x="3032124" y="0"/>
                  </a:lnTo>
                  <a:lnTo>
                    <a:pt x="3032124" y="739677"/>
                  </a:lnTo>
                  <a:lnTo>
                    <a:pt x="0" y="739677"/>
                  </a:lnTo>
                  <a:close/>
                </a:path>
              </a:pathLst>
            </a:custGeom>
            <a:solidFill>
              <a:srgbClr val="0B9E6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6" name="Google Shape;96;p1"/>
            <p:cNvSpPr txBox="1"/>
            <p:nvPr/>
          </p:nvSpPr>
          <p:spPr>
            <a:xfrm>
              <a:off x="0" y="-47625"/>
              <a:ext cx="3032124" cy="787302"/>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97" name="Google Shape;97;p1"/>
          <p:cNvGrpSpPr/>
          <p:nvPr/>
        </p:nvGrpSpPr>
        <p:grpSpPr>
          <a:xfrm>
            <a:off x="-234719" y="6816147"/>
            <a:ext cx="29304069" cy="9226118"/>
            <a:chOff x="0" y="-47625"/>
            <a:chExt cx="3218728" cy="867524"/>
          </a:xfrm>
        </p:grpSpPr>
        <p:sp>
          <p:nvSpPr>
            <p:cNvPr id="98" name="Google Shape;98;p1"/>
            <p:cNvSpPr/>
            <p:nvPr/>
          </p:nvSpPr>
          <p:spPr>
            <a:xfrm>
              <a:off x="0" y="0"/>
              <a:ext cx="3218728" cy="819899"/>
            </a:xfrm>
            <a:custGeom>
              <a:avLst/>
              <a:gdLst/>
              <a:ahLst/>
              <a:cxnLst/>
              <a:rect l="l" t="t" r="r" b="b"/>
              <a:pathLst>
                <a:path w="3218728" h="819899" extrusionOk="0">
                  <a:moveTo>
                    <a:pt x="0" y="0"/>
                  </a:moveTo>
                  <a:lnTo>
                    <a:pt x="3218728" y="0"/>
                  </a:lnTo>
                  <a:lnTo>
                    <a:pt x="3218728" y="819899"/>
                  </a:lnTo>
                  <a:lnTo>
                    <a:pt x="0" y="819899"/>
                  </a:lnTo>
                  <a:close/>
                </a:path>
              </a:pathLst>
            </a:custGeom>
            <a:solidFill>
              <a:srgbClr val="077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99" name="Google Shape;99;p1"/>
            <p:cNvSpPr txBox="1"/>
            <p:nvPr/>
          </p:nvSpPr>
          <p:spPr>
            <a:xfrm>
              <a:off x="0" y="-47625"/>
              <a:ext cx="3218728" cy="867524"/>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0" name="Google Shape;100;p1"/>
          <p:cNvGrpSpPr/>
          <p:nvPr/>
        </p:nvGrpSpPr>
        <p:grpSpPr>
          <a:xfrm>
            <a:off x="-234719" y="-573881"/>
            <a:ext cx="29324841" cy="9050021"/>
            <a:chOff x="0" y="-47625"/>
            <a:chExt cx="2755436" cy="850966"/>
          </a:xfrm>
        </p:grpSpPr>
        <p:sp>
          <p:nvSpPr>
            <p:cNvPr id="101" name="Google Shape;101;p1"/>
            <p:cNvSpPr/>
            <p:nvPr/>
          </p:nvSpPr>
          <p:spPr>
            <a:xfrm>
              <a:off x="0" y="0"/>
              <a:ext cx="2755436" cy="803341"/>
            </a:xfrm>
            <a:custGeom>
              <a:avLst/>
              <a:gdLst/>
              <a:ahLst/>
              <a:cxnLst/>
              <a:rect l="l" t="t" r="r" b="b"/>
              <a:pathLst>
                <a:path w="2755436" h="803341" extrusionOk="0">
                  <a:moveTo>
                    <a:pt x="0" y="0"/>
                  </a:moveTo>
                  <a:lnTo>
                    <a:pt x="2755436" y="0"/>
                  </a:lnTo>
                  <a:lnTo>
                    <a:pt x="2755436" y="803341"/>
                  </a:lnTo>
                  <a:lnTo>
                    <a:pt x="0" y="803341"/>
                  </a:lnTo>
                  <a:close/>
                </a:path>
              </a:pathLst>
            </a:custGeom>
            <a:solidFill>
              <a:srgbClr val="10E68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2" name="Google Shape;102;p1"/>
            <p:cNvSpPr txBox="1"/>
            <p:nvPr/>
          </p:nvSpPr>
          <p:spPr>
            <a:xfrm>
              <a:off x="0" y="-47625"/>
              <a:ext cx="2755436" cy="850966"/>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3" name="Google Shape;103;p1"/>
          <p:cNvGrpSpPr/>
          <p:nvPr/>
        </p:nvGrpSpPr>
        <p:grpSpPr>
          <a:xfrm rot="-5400000">
            <a:off x="11084396" y="13184457"/>
            <a:ext cx="20464104" cy="13034120"/>
            <a:chOff x="0" y="-47625"/>
            <a:chExt cx="1922704" cy="1224620"/>
          </a:xfrm>
        </p:grpSpPr>
        <p:sp>
          <p:nvSpPr>
            <p:cNvPr id="104" name="Google Shape;104;p1"/>
            <p:cNvSpPr/>
            <p:nvPr/>
          </p:nvSpPr>
          <p:spPr>
            <a:xfrm>
              <a:off x="0" y="0"/>
              <a:ext cx="1922704" cy="1176995"/>
            </a:xfrm>
            <a:custGeom>
              <a:avLst/>
              <a:gdLst/>
              <a:ahLst/>
              <a:cxnLst/>
              <a:rect l="l" t="t" r="r" b="b"/>
              <a:pathLst>
                <a:path w="1922704" h="1176995" extrusionOk="0">
                  <a:moveTo>
                    <a:pt x="0" y="0"/>
                  </a:moveTo>
                  <a:lnTo>
                    <a:pt x="1922704" y="0"/>
                  </a:lnTo>
                  <a:lnTo>
                    <a:pt x="1922704" y="1176995"/>
                  </a:lnTo>
                  <a:lnTo>
                    <a:pt x="0" y="1176995"/>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5" name="Google Shape;105;p1"/>
            <p:cNvSpPr txBox="1"/>
            <p:nvPr/>
          </p:nvSpPr>
          <p:spPr>
            <a:xfrm>
              <a:off x="0" y="-47625"/>
              <a:ext cx="1922704" cy="1224620"/>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6" name="Google Shape;106;p1"/>
          <p:cNvGrpSpPr/>
          <p:nvPr/>
        </p:nvGrpSpPr>
        <p:grpSpPr>
          <a:xfrm>
            <a:off x="927180" y="30011217"/>
            <a:ext cx="13848538" cy="9234980"/>
            <a:chOff x="0" y="-47625"/>
            <a:chExt cx="1302166" cy="868357"/>
          </a:xfrm>
        </p:grpSpPr>
        <p:sp>
          <p:nvSpPr>
            <p:cNvPr id="107" name="Google Shape;107;p1"/>
            <p:cNvSpPr/>
            <p:nvPr/>
          </p:nvSpPr>
          <p:spPr>
            <a:xfrm>
              <a:off x="0" y="0"/>
              <a:ext cx="1302166" cy="820732"/>
            </a:xfrm>
            <a:custGeom>
              <a:avLst/>
              <a:gdLst/>
              <a:ahLst/>
              <a:cxnLst/>
              <a:rect l="l" t="t" r="r" b="b"/>
              <a:pathLst>
                <a:path w="1302166" h="820732" extrusionOk="0">
                  <a:moveTo>
                    <a:pt x="0" y="0"/>
                  </a:moveTo>
                  <a:lnTo>
                    <a:pt x="1302166" y="0"/>
                  </a:lnTo>
                  <a:lnTo>
                    <a:pt x="1302166" y="820732"/>
                  </a:lnTo>
                  <a:lnTo>
                    <a:pt x="0" y="820732"/>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08" name="Google Shape;108;p1"/>
            <p:cNvSpPr txBox="1"/>
            <p:nvPr/>
          </p:nvSpPr>
          <p:spPr>
            <a:xfrm>
              <a:off x="0" y="-47625"/>
              <a:ext cx="1302166" cy="868357"/>
            </a:xfrm>
            <a:prstGeom prst="rect">
              <a:avLst/>
            </a:prstGeom>
            <a:noFill/>
            <a:ln>
              <a:noFill/>
            </a:ln>
          </p:spPr>
          <p:txBody>
            <a:bodyPr spcFirstLastPara="1" wrap="square" lIns="88925" tIns="88925" rIns="88925" bIns="88925"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09" name="Google Shape;109;p1"/>
          <p:cNvGrpSpPr/>
          <p:nvPr/>
        </p:nvGrpSpPr>
        <p:grpSpPr>
          <a:xfrm>
            <a:off x="15403306" y="30138544"/>
            <a:ext cx="12527228" cy="8125799"/>
            <a:chOff x="0" y="-314078"/>
            <a:chExt cx="8764870" cy="5685342"/>
          </a:xfrm>
        </p:grpSpPr>
        <p:grpSp>
          <p:nvGrpSpPr>
            <p:cNvPr id="110" name="Google Shape;110;p1"/>
            <p:cNvGrpSpPr/>
            <p:nvPr/>
          </p:nvGrpSpPr>
          <p:grpSpPr>
            <a:xfrm>
              <a:off x="0" y="-314078"/>
              <a:ext cx="8764870" cy="5685342"/>
              <a:chOff x="0" y="-47625"/>
              <a:chExt cx="1329056" cy="862094"/>
            </a:xfrm>
          </p:grpSpPr>
          <p:sp>
            <p:nvSpPr>
              <p:cNvPr id="111" name="Google Shape;111;p1"/>
              <p:cNvSpPr/>
              <p:nvPr/>
            </p:nvSpPr>
            <p:spPr>
              <a:xfrm>
                <a:off x="0" y="0"/>
                <a:ext cx="1329056" cy="814469"/>
              </a:xfrm>
              <a:custGeom>
                <a:avLst/>
                <a:gdLst/>
                <a:ahLst/>
                <a:cxnLst/>
                <a:rect l="l" t="t" r="r" b="b"/>
                <a:pathLst>
                  <a:path w="1329056" h="814469" extrusionOk="0">
                    <a:moveTo>
                      <a:pt x="0" y="0"/>
                    </a:moveTo>
                    <a:lnTo>
                      <a:pt x="1329056" y="0"/>
                    </a:lnTo>
                    <a:lnTo>
                      <a:pt x="1329056" y="814469"/>
                    </a:lnTo>
                    <a:lnTo>
                      <a:pt x="0" y="81446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2" name="Google Shape;112;p1"/>
              <p:cNvSpPr txBox="1"/>
              <p:nvPr/>
            </p:nvSpPr>
            <p:spPr>
              <a:xfrm>
                <a:off x="0" y="-47625"/>
                <a:ext cx="1329056" cy="862094"/>
              </a:xfrm>
              <a:prstGeom prst="rect">
                <a:avLst/>
              </a:prstGeom>
              <a:noFill/>
              <a:ln>
                <a:noFill/>
              </a:ln>
            </p:spPr>
            <p:txBody>
              <a:bodyPr spcFirstLastPara="1" wrap="square" lIns="96800" tIns="96800" rIns="96800" bIns="968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13" name="Google Shape;113;p1"/>
            <p:cNvSpPr txBox="1"/>
            <p:nvPr/>
          </p:nvSpPr>
          <p:spPr>
            <a:xfrm>
              <a:off x="1064599" y="235141"/>
              <a:ext cx="6635674" cy="433329"/>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REFERÊNCIAS</a:t>
              </a:r>
              <a:endParaRPr/>
            </a:p>
          </p:txBody>
        </p:sp>
      </p:grpSp>
      <p:sp>
        <p:nvSpPr>
          <p:cNvPr id="114" name="Google Shape;114;p1"/>
          <p:cNvSpPr/>
          <p:nvPr/>
        </p:nvSpPr>
        <p:spPr>
          <a:xfrm>
            <a:off x="-916543" y="1525353"/>
            <a:ext cx="8571184" cy="2454222"/>
          </a:xfrm>
          <a:custGeom>
            <a:avLst/>
            <a:gdLst/>
            <a:ahLst/>
            <a:cxnLst/>
            <a:rect l="l" t="t" r="r" b="b"/>
            <a:pathLst>
              <a:path w="4497722" h="1287851" extrusionOk="0">
                <a:moveTo>
                  <a:pt x="0" y="0"/>
                </a:moveTo>
                <a:lnTo>
                  <a:pt x="4497722" y="0"/>
                </a:lnTo>
                <a:lnTo>
                  <a:pt x="4497722" y="1287851"/>
                </a:lnTo>
                <a:lnTo>
                  <a:pt x="0" y="12878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5" name="Google Shape;115;p1"/>
          <p:cNvSpPr/>
          <p:nvPr/>
        </p:nvSpPr>
        <p:spPr>
          <a:xfrm>
            <a:off x="3163237" y="-4997460"/>
            <a:ext cx="22769151" cy="14311010"/>
          </a:xfrm>
          <a:custGeom>
            <a:avLst/>
            <a:gdLst/>
            <a:ahLst/>
            <a:cxnLst/>
            <a:rect l="l" t="t" r="r" b="b"/>
            <a:pathLst>
              <a:path w="11948094" h="7509691" extrusionOk="0">
                <a:moveTo>
                  <a:pt x="0" y="0"/>
                </a:moveTo>
                <a:lnTo>
                  <a:pt x="11948094" y="0"/>
                </a:lnTo>
                <a:lnTo>
                  <a:pt x="11948094" y="7509691"/>
                </a:lnTo>
                <a:lnTo>
                  <a:pt x="0" y="7509691"/>
                </a:lnTo>
                <a:lnTo>
                  <a:pt x="0" y="0"/>
                </a:lnTo>
                <a:close/>
              </a:path>
            </a:pathLst>
          </a:custGeom>
          <a:blipFill rotWithShape="1">
            <a:blip r:embed="rId3">
              <a:alphaModFix/>
            </a:blip>
            <a:stretch>
              <a:fillRect b="-4895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6" name="Google Shape;116;p1"/>
          <p:cNvSpPr/>
          <p:nvPr/>
        </p:nvSpPr>
        <p:spPr>
          <a:xfrm>
            <a:off x="21014306" y="1712017"/>
            <a:ext cx="7228385" cy="2335060"/>
          </a:xfrm>
          <a:custGeom>
            <a:avLst/>
            <a:gdLst/>
            <a:ahLst/>
            <a:cxnLst/>
            <a:rect l="l" t="t" r="r" b="b"/>
            <a:pathLst>
              <a:path w="3793089" h="1225321" extrusionOk="0">
                <a:moveTo>
                  <a:pt x="0" y="0"/>
                </a:moveTo>
                <a:lnTo>
                  <a:pt x="3793089" y="0"/>
                </a:lnTo>
                <a:lnTo>
                  <a:pt x="3793089" y="1225321"/>
                </a:lnTo>
                <a:lnTo>
                  <a:pt x="0" y="122532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7" name="Google Shape;117;p1"/>
          <p:cNvSpPr/>
          <p:nvPr/>
        </p:nvSpPr>
        <p:spPr>
          <a:xfrm>
            <a:off x="16327162" y="18441009"/>
            <a:ext cx="10780374" cy="5067485"/>
          </a:xfrm>
          <a:custGeom>
            <a:avLst/>
            <a:gdLst/>
            <a:ahLst/>
            <a:cxnLst/>
            <a:rect l="l" t="t" r="r" b="b"/>
            <a:pathLst>
              <a:path w="5982073" h="3493732" extrusionOk="0">
                <a:moveTo>
                  <a:pt x="0" y="0"/>
                </a:moveTo>
                <a:lnTo>
                  <a:pt x="5982074" y="0"/>
                </a:lnTo>
                <a:lnTo>
                  <a:pt x="5982074" y="3493732"/>
                </a:lnTo>
                <a:lnTo>
                  <a:pt x="0" y="3493732"/>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18" name="Google Shape;118;p1"/>
          <p:cNvSpPr txBox="1"/>
          <p:nvPr/>
        </p:nvSpPr>
        <p:spPr>
          <a:xfrm>
            <a:off x="5432058" y="12099877"/>
            <a:ext cx="4989818" cy="658642"/>
          </a:xfrm>
          <a:prstGeom prst="rect">
            <a:avLst/>
          </a:prstGeom>
          <a:noFill/>
          <a:ln>
            <a:noFill/>
          </a:ln>
        </p:spPr>
        <p:txBody>
          <a:bodyPr spcFirstLastPara="1" wrap="square" lIns="0" tIns="0" rIns="0" bIns="0" anchor="t" anchorCtr="0">
            <a:spAutoFit/>
          </a:bodyPr>
          <a:lstStyle/>
          <a:p>
            <a:pPr marL="0" marR="0" lvl="0" indent="0" algn="ctr" rtl="0">
              <a:lnSpc>
                <a:spcPct val="100965"/>
              </a:lnSpc>
              <a:spcBef>
                <a:spcPts val="0"/>
              </a:spcBef>
              <a:spcAft>
                <a:spcPts val="0"/>
              </a:spcAft>
              <a:buNone/>
            </a:pPr>
            <a:r>
              <a:rPr lang="en-US" sz="5077" b="1">
                <a:solidFill>
                  <a:srgbClr val="000000"/>
                </a:solidFill>
                <a:latin typeface="Open Sans"/>
                <a:ea typeface="Open Sans"/>
                <a:cs typeface="Open Sans"/>
                <a:sym typeface="Open Sans"/>
              </a:rPr>
              <a:t>INTRODUÇÃO</a:t>
            </a:r>
            <a:endParaRPr/>
          </a:p>
        </p:txBody>
      </p:sp>
      <p:grpSp>
        <p:nvGrpSpPr>
          <p:cNvPr id="119" name="Google Shape;119;p1"/>
          <p:cNvGrpSpPr/>
          <p:nvPr/>
        </p:nvGrpSpPr>
        <p:grpSpPr>
          <a:xfrm rot="-5400000">
            <a:off x="2494601" y="7477176"/>
            <a:ext cx="10206805" cy="14355430"/>
            <a:chOff x="0" y="-47625"/>
            <a:chExt cx="958980" cy="1348764"/>
          </a:xfrm>
        </p:grpSpPr>
        <p:sp>
          <p:nvSpPr>
            <p:cNvPr id="120" name="Google Shape;120;p1"/>
            <p:cNvSpPr/>
            <p:nvPr/>
          </p:nvSpPr>
          <p:spPr>
            <a:xfrm>
              <a:off x="0" y="0"/>
              <a:ext cx="958980" cy="1301139"/>
            </a:xfrm>
            <a:custGeom>
              <a:avLst/>
              <a:gdLst/>
              <a:ahLst/>
              <a:cxnLst/>
              <a:rect l="l" t="t" r="r" b="b"/>
              <a:pathLst>
                <a:path w="958980" h="1301139" extrusionOk="0">
                  <a:moveTo>
                    <a:pt x="0" y="0"/>
                  </a:moveTo>
                  <a:lnTo>
                    <a:pt x="958980" y="0"/>
                  </a:lnTo>
                  <a:lnTo>
                    <a:pt x="958980"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1" name="Google Shape;121;p1"/>
            <p:cNvSpPr txBox="1"/>
            <p:nvPr/>
          </p:nvSpPr>
          <p:spPr>
            <a:xfrm>
              <a:off x="0" y="-47625"/>
              <a:ext cx="958980"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grpSp>
        <p:nvGrpSpPr>
          <p:cNvPr id="122" name="Google Shape;122;p1"/>
          <p:cNvGrpSpPr/>
          <p:nvPr/>
        </p:nvGrpSpPr>
        <p:grpSpPr>
          <a:xfrm rot="-5400000">
            <a:off x="2616002" y="17805386"/>
            <a:ext cx="9963998" cy="14355430"/>
            <a:chOff x="0" y="-47625"/>
            <a:chExt cx="936167" cy="1348764"/>
          </a:xfrm>
        </p:grpSpPr>
        <p:sp>
          <p:nvSpPr>
            <p:cNvPr id="123" name="Google Shape;123;p1"/>
            <p:cNvSpPr/>
            <p:nvPr/>
          </p:nvSpPr>
          <p:spPr>
            <a:xfrm>
              <a:off x="0" y="0"/>
              <a:ext cx="936167" cy="1301139"/>
            </a:xfrm>
            <a:custGeom>
              <a:avLst/>
              <a:gdLst/>
              <a:ahLst/>
              <a:cxnLst/>
              <a:rect l="l" t="t" r="r" b="b"/>
              <a:pathLst>
                <a:path w="936167" h="1301139" extrusionOk="0">
                  <a:moveTo>
                    <a:pt x="0" y="0"/>
                  </a:moveTo>
                  <a:lnTo>
                    <a:pt x="936167" y="0"/>
                  </a:lnTo>
                  <a:lnTo>
                    <a:pt x="936167" y="1301139"/>
                  </a:lnTo>
                  <a:lnTo>
                    <a:pt x="0" y="1301139"/>
                  </a:lnTo>
                  <a:close/>
                </a:path>
              </a:pathLst>
            </a:custGeom>
            <a:solidFill>
              <a:srgbClr val="FFFFFF"/>
            </a:solidFill>
            <a:ln w="19050" cap="sq" cmpd="sng">
              <a:solidFill>
                <a:srgbClr val="000000"/>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4" name="Google Shape;124;p1"/>
            <p:cNvSpPr txBox="1"/>
            <p:nvPr/>
          </p:nvSpPr>
          <p:spPr>
            <a:xfrm>
              <a:off x="0" y="-47625"/>
              <a:ext cx="936167" cy="1348764"/>
            </a:xfrm>
            <a:prstGeom prst="rect">
              <a:avLst/>
            </a:prstGeom>
            <a:noFill/>
            <a:ln>
              <a:noFill/>
            </a:ln>
          </p:spPr>
          <p:txBody>
            <a:bodyPr spcFirstLastPara="1" wrap="square" lIns="89000" tIns="89000" rIns="89000" bIns="89000" anchor="ctr" anchorCtr="0">
              <a:noAutofit/>
            </a:bodyPr>
            <a:lstStyle/>
            <a:p>
              <a:pPr marL="0" marR="0" lvl="0" indent="0" algn="ctr" rtl="0">
                <a:lnSpc>
                  <a:spcPct val="112217"/>
                </a:lnSpc>
                <a:spcBef>
                  <a:spcPts val="0"/>
                </a:spcBef>
                <a:spcAft>
                  <a:spcPts val="0"/>
                </a:spcAft>
                <a:buNone/>
              </a:pPr>
              <a:endParaRPr sz="6769">
                <a:solidFill>
                  <a:schemeClr val="dk1"/>
                </a:solidFill>
                <a:latin typeface="Calibri"/>
                <a:ea typeface="Calibri"/>
                <a:cs typeface="Calibri"/>
                <a:sym typeface="Calibri"/>
              </a:endParaRPr>
            </a:p>
          </p:txBody>
        </p:sp>
      </p:grpSp>
      <p:sp>
        <p:nvSpPr>
          <p:cNvPr id="125" name="Google Shape;125;p1"/>
          <p:cNvSpPr/>
          <p:nvPr/>
        </p:nvSpPr>
        <p:spPr>
          <a:xfrm>
            <a:off x="22527251" y="36801439"/>
            <a:ext cx="5609093" cy="5642282"/>
          </a:xfrm>
          <a:custGeom>
            <a:avLst/>
            <a:gdLst/>
            <a:ahLst/>
            <a:cxnLst/>
            <a:rect l="l" t="t" r="r" b="b"/>
            <a:pathLst>
              <a:path w="2943367" h="2960783" extrusionOk="0">
                <a:moveTo>
                  <a:pt x="0" y="0"/>
                </a:moveTo>
                <a:lnTo>
                  <a:pt x="2943367" y="0"/>
                </a:lnTo>
                <a:lnTo>
                  <a:pt x="2943367" y="2960784"/>
                </a:lnTo>
                <a:lnTo>
                  <a:pt x="0" y="2960784"/>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69">
              <a:solidFill>
                <a:schemeClr val="dk1"/>
              </a:solidFill>
              <a:latin typeface="Calibri"/>
              <a:ea typeface="Calibri"/>
              <a:cs typeface="Calibri"/>
              <a:sym typeface="Calibri"/>
            </a:endParaRPr>
          </a:p>
        </p:txBody>
      </p:sp>
      <p:sp>
        <p:nvSpPr>
          <p:cNvPr id="126" name="Google Shape;126;p1"/>
          <p:cNvSpPr txBox="1"/>
          <p:nvPr/>
        </p:nvSpPr>
        <p:spPr>
          <a:xfrm>
            <a:off x="-1" y="4700167"/>
            <a:ext cx="28813765" cy="1777153"/>
          </a:xfrm>
          <a:prstGeom prst="rect">
            <a:avLst/>
          </a:prstGeom>
          <a:noFill/>
          <a:ln>
            <a:noFill/>
          </a:ln>
        </p:spPr>
        <p:txBody>
          <a:bodyPr spcFirstLastPara="1" wrap="square" lIns="0" tIns="0" rIns="0" bIns="0" anchor="t" anchorCtr="0">
            <a:spAutoFit/>
          </a:bodyPr>
          <a:lstStyle/>
          <a:p>
            <a:pPr marL="0" marR="0" lvl="0" indent="0" algn="ctr" rtl="0">
              <a:lnSpc>
                <a:spcPct val="101005"/>
              </a:lnSpc>
              <a:spcBef>
                <a:spcPts val="0"/>
              </a:spcBef>
              <a:spcAft>
                <a:spcPts val="0"/>
              </a:spcAft>
              <a:buNone/>
            </a:pPr>
            <a:r>
              <a:rPr lang="en-US" sz="11434" b="1" dirty="0">
                <a:solidFill>
                  <a:srgbClr val="000000"/>
                </a:solidFill>
                <a:latin typeface="Open Sans"/>
                <a:ea typeface="Open Sans"/>
                <a:cs typeface="Open Sans"/>
                <a:sym typeface="Open Sans"/>
              </a:rPr>
              <a:t>PROJETO CIDADE LIMPA</a:t>
            </a:r>
            <a:endParaRPr dirty="0"/>
          </a:p>
        </p:txBody>
      </p:sp>
      <p:sp>
        <p:nvSpPr>
          <p:cNvPr id="127" name="Google Shape;127;p1"/>
          <p:cNvSpPr txBox="1"/>
          <p:nvPr/>
        </p:nvSpPr>
        <p:spPr>
          <a:xfrm>
            <a:off x="2937670" y="6176882"/>
            <a:ext cx="22769151" cy="1077218"/>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pt-BR" sz="5000" dirty="0"/>
              <a:t>Alana Rocha, Bruna Clara Morais, </a:t>
            </a:r>
            <a:r>
              <a:rPr lang="pt-BR" sz="5000" dirty="0" err="1"/>
              <a:t>Geovanna</a:t>
            </a:r>
            <a:r>
              <a:rPr lang="pt-BR" sz="5000" dirty="0"/>
              <a:t> Vitoria </a:t>
            </a:r>
            <a:r>
              <a:rPr lang="pt-BR" sz="5000" dirty="0" err="1"/>
              <a:t>Tamagusko</a:t>
            </a:r>
            <a:r>
              <a:rPr lang="pt-BR" sz="5000" dirty="0"/>
              <a:t>, Julia Medeiros</a:t>
            </a:r>
          </a:p>
        </p:txBody>
      </p:sp>
      <p:sp>
        <p:nvSpPr>
          <p:cNvPr id="128" name="Google Shape;128;p1"/>
          <p:cNvSpPr txBox="1"/>
          <p:nvPr/>
        </p:nvSpPr>
        <p:spPr>
          <a:xfrm>
            <a:off x="15370736" y="17992168"/>
            <a:ext cx="12433206" cy="448841"/>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en-US" sz="3430" dirty="0" err="1">
                <a:solidFill>
                  <a:srgbClr val="000000"/>
                </a:solidFill>
                <a:latin typeface="Inter"/>
                <a:ea typeface="Inter"/>
                <a:cs typeface="Inter"/>
                <a:sym typeface="Inter"/>
              </a:rPr>
              <a:t>Gráfico</a:t>
            </a:r>
            <a:r>
              <a:rPr lang="en-US" sz="3430" dirty="0">
                <a:solidFill>
                  <a:srgbClr val="000000"/>
                </a:solidFill>
                <a:latin typeface="Inter"/>
                <a:ea typeface="Inter"/>
                <a:cs typeface="Inter"/>
                <a:sym typeface="Inter"/>
              </a:rPr>
              <a:t> 01: </a:t>
            </a:r>
            <a:r>
              <a:rPr lang="en-US" sz="3430" dirty="0" err="1">
                <a:solidFill>
                  <a:srgbClr val="000000"/>
                </a:solidFill>
                <a:latin typeface="Inter"/>
                <a:ea typeface="Inter"/>
                <a:cs typeface="Inter"/>
                <a:sym typeface="Inter"/>
              </a:rPr>
              <a:t>Exemplo</a:t>
            </a:r>
            <a:r>
              <a:rPr lang="en-US" sz="3430" dirty="0">
                <a:solidFill>
                  <a:srgbClr val="000000"/>
                </a:solidFill>
                <a:latin typeface="Inter"/>
                <a:ea typeface="Inter"/>
                <a:cs typeface="Inter"/>
                <a:sym typeface="Inter"/>
              </a:rPr>
              <a:t> de </a:t>
            </a:r>
            <a:r>
              <a:rPr lang="en-US" sz="3430" dirty="0" err="1">
                <a:solidFill>
                  <a:srgbClr val="000000"/>
                </a:solidFill>
                <a:latin typeface="Inter"/>
                <a:ea typeface="Inter"/>
                <a:cs typeface="Inter"/>
                <a:sym typeface="Inter"/>
              </a:rPr>
              <a:t>Gráfico</a:t>
            </a:r>
            <a:endParaRPr dirty="0"/>
          </a:p>
        </p:txBody>
      </p:sp>
      <p:sp>
        <p:nvSpPr>
          <p:cNvPr id="129" name="Google Shape;129;p1"/>
          <p:cNvSpPr txBox="1"/>
          <p:nvPr/>
        </p:nvSpPr>
        <p:spPr>
          <a:xfrm>
            <a:off x="15353289" y="23554033"/>
            <a:ext cx="12433206" cy="448841"/>
          </a:xfrm>
          <a:prstGeom prst="rect">
            <a:avLst/>
          </a:prstGeom>
          <a:noFill/>
          <a:ln>
            <a:noFill/>
          </a:ln>
        </p:spPr>
        <p:txBody>
          <a:bodyPr spcFirstLastPara="1" wrap="square" lIns="0" tIns="0" rIns="0" bIns="0" anchor="t" anchorCtr="0">
            <a:spAutoFit/>
          </a:bodyPr>
          <a:lstStyle/>
          <a:p>
            <a:pPr marL="0" marR="0" lvl="0" indent="0" algn="ctr" rtl="0">
              <a:lnSpc>
                <a:spcPct val="101020"/>
              </a:lnSpc>
              <a:spcBef>
                <a:spcPts val="0"/>
              </a:spcBef>
              <a:spcAft>
                <a:spcPts val="0"/>
              </a:spcAft>
              <a:buNone/>
            </a:pPr>
            <a:r>
              <a:rPr lang="en-US" sz="3430" dirty="0">
                <a:solidFill>
                  <a:srgbClr val="000000"/>
                </a:solidFill>
                <a:latin typeface="Inter"/>
                <a:ea typeface="Inter"/>
                <a:cs typeface="Inter"/>
                <a:sym typeface="Inter"/>
              </a:rPr>
              <a:t>Fonte: </a:t>
            </a:r>
            <a:r>
              <a:rPr lang="en-US" sz="3430" dirty="0" err="1">
                <a:solidFill>
                  <a:srgbClr val="000000"/>
                </a:solidFill>
                <a:latin typeface="Inter"/>
                <a:ea typeface="Inter"/>
                <a:cs typeface="Inter"/>
                <a:sym typeface="Inter"/>
              </a:rPr>
              <a:t>Autoria</a:t>
            </a:r>
            <a:r>
              <a:rPr lang="en-US" sz="3430" dirty="0">
                <a:solidFill>
                  <a:srgbClr val="000000"/>
                </a:solidFill>
                <a:latin typeface="Inter"/>
                <a:ea typeface="Inter"/>
                <a:cs typeface="Inter"/>
                <a:sym typeface="Inter"/>
              </a:rPr>
              <a:t> </a:t>
            </a:r>
            <a:r>
              <a:rPr lang="en-US" sz="3430" dirty="0" err="1">
                <a:solidFill>
                  <a:srgbClr val="000000"/>
                </a:solidFill>
                <a:latin typeface="Inter"/>
                <a:ea typeface="Inter"/>
                <a:cs typeface="Inter"/>
                <a:sym typeface="Inter"/>
              </a:rPr>
              <a:t>Própria</a:t>
            </a:r>
            <a:r>
              <a:rPr lang="en-US" sz="3430" dirty="0">
                <a:solidFill>
                  <a:srgbClr val="000000"/>
                </a:solidFill>
                <a:latin typeface="Inter"/>
                <a:ea typeface="Inter"/>
                <a:cs typeface="Inter"/>
                <a:sym typeface="Inter"/>
              </a:rPr>
              <a:t> (2025)</a:t>
            </a:r>
            <a:endParaRPr dirty="0"/>
          </a:p>
        </p:txBody>
      </p:sp>
      <p:sp>
        <p:nvSpPr>
          <p:cNvPr id="130" name="Google Shape;130;p1"/>
          <p:cNvSpPr txBox="1"/>
          <p:nvPr/>
        </p:nvSpPr>
        <p:spPr>
          <a:xfrm>
            <a:off x="2561448" y="30828367"/>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TECNOLOGIAS UTILIZADAS</a:t>
            </a:r>
            <a:endParaRPr/>
          </a:p>
        </p:txBody>
      </p:sp>
      <p:sp>
        <p:nvSpPr>
          <p:cNvPr id="131" name="Google Shape;131;p1"/>
          <p:cNvSpPr txBox="1"/>
          <p:nvPr/>
        </p:nvSpPr>
        <p:spPr>
          <a:xfrm>
            <a:off x="16608355"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RESULTADOS</a:t>
            </a:r>
            <a:endParaRPr/>
          </a:p>
        </p:txBody>
      </p:sp>
      <p:sp>
        <p:nvSpPr>
          <p:cNvPr id="132" name="Google Shape;132;p1"/>
          <p:cNvSpPr txBox="1"/>
          <p:nvPr/>
        </p:nvSpPr>
        <p:spPr>
          <a:xfrm>
            <a:off x="2644303" y="9858095"/>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O PROBLEMA</a:t>
            </a:r>
            <a:endParaRPr/>
          </a:p>
        </p:txBody>
      </p:sp>
      <p:sp>
        <p:nvSpPr>
          <p:cNvPr id="133" name="Google Shape;133;p1"/>
          <p:cNvSpPr txBox="1"/>
          <p:nvPr/>
        </p:nvSpPr>
        <p:spPr>
          <a:xfrm>
            <a:off x="2758254" y="20302839"/>
            <a:ext cx="10186386" cy="619337"/>
          </a:xfrm>
          <a:prstGeom prst="rect">
            <a:avLst/>
          </a:prstGeom>
          <a:noFill/>
          <a:ln>
            <a:noFill/>
          </a:ln>
        </p:spPr>
        <p:txBody>
          <a:bodyPr spcFirstLastPara="1" wrap="square" lIns="0" tIns="0" rIns="0" bIns="0" anchor="t" anchorCtr="0">
            <a:spAutoFit/>
          </a:bodyPr>
          <a:lstStyle/>
          <a:p>
            <a:pPr marL="0" marR="0" lvl="0" indent="0" algn="ctr" rtl="0">
              <a:lnSpc>
                <a:spcPct val="101007"/>
              </a:lnSpc>
              <a:spcBef>
                <a:spcPts val="0"/>
              </a:spcBef>
              <a:spcAft>
                <a:spcPts val="0"/>
              </a:spcAft>
              <a:buNone/>
            </a:pPr>
            <a:r>
              <a:rPr lang="en-US" sz="4762" b="1">
                <a:solidFill>
                  <a:srgbClr val="000000"/>
                </a:solidFill>
                <a:latin typeface="Open Sans"/>
                <a:ea typeface="Open Sans"/>
                <a:cs typeface="Open Sans"/>
                <a:sym typeface="Open Sans"/>
              </a:rPr>
              <a:t>A PROPOSTA</a:t>
            </a:r>
            <a:endParaRPr/>
          </a:p>
        </p:txBody>
      </p:sp>
      <p:sp>
        <p:nvSpPr>
          <p:cNvPr id="134" name="Google Shape;134;p1"/>
          <p:cNvSpPr txBox="1"/>
          <p:nvPr/>
        </p:nvSpPr>
        <p:spPr>
          <a:xfrm>
            <a:off x="15966975" y="31719851"/>
            <a:ext cx="11400000" cy="6032421"/>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pt-BR" sz="4000" dirty="0"/>
              <a:t>FOGG, B. J. </a:t>
            </a:r>
            <a:r>
              <a:rPr lang="pt-BR" sz="4000" dirty="0" err="1"/>
              <a:t>Persuasive</a:t>
            </a:r>
            <a:r>
              <a:rPr lang="pt-BR" sz="4000" dirty="0"/>
              <a:t> Technology. San Francisco: Morgan Kaufmann, 2003. UNITY TECHNOLOGIES. </a:t>
            </a:r>
            <a:r>
              <a:rPr lang="pt-BR" sz="4000" dirty="0" err="1"/>
              <a:t>Unity</a:t>
            </a:r>
            <a:r>
              <a:rPr lang="pt-BR" sz="4000" dirty="0"/>
              <a:t> Manual. Disponível em: docs.unity3d.com, 2024. MINISTÉRIO DO MEIO AMBIENTE. Política Nacional de Resíduos Sólidos. Brasília, 2010. PRENSKY, M. Digital Game-</a:t>
            </a:r>
            <a:r>
              <a:rPr lang="pt-BR" sz="4000" dirty="0" err="1"/>
              <a:t>Based</a:t>
            </a:r>
            <a:r>
              <a:rPr lang="pt-BR" sz="4000" dirty="0"/>
              <a:t> Learning. McGraw-Hill, 2001</a:t>
            </a:r>
            <a:endParaRPr sz="4000" dirty="0"/>
          </a:p>
        </p:txBody>
      </p:sp>
      <p:sp>
        <p:nvSpPr>
          <p:cNvPr id="135" name="Google Shape;135;p1"/>
          <p:cNvSpPr txBox="1"/>
          <p:nvPr/>
        </p:nvSpPr>
        <p:spPr>
          <a:xfrm>
            <a:off x="1595875" y="31719850"/>
            <a:ext cx="12562800" cy="3791807"/>
          </a:xfrm>
          <a:prstGeom prst="rect">
            <a:avLst/>
          </a:prstGeom>
          <a:noFill/>
          <a:ln>
            <a:noFill/>
          </a:ln>
        </p:spPr>
        <p:txBody>
          <a:bodyPr spcFirstLastPara="1" wrap="square" lIns="0" tIns="0" rIns="0" bIns="0" anchor="t" anchorCtr="0">
            <a:spAutoFit/>
          </a:bodyPr>
          <a:lstStyle/>
          <a:p>
            <a:pPr marL="571500" marR="0" lvl="0" indent="-571500" algn="just" rtl="0">
              <a:lnSpc>
                <a:spcPct val="140000"/>
              </a:lnSpc>
              <a:spcBef>
                <a:spcPts val="0"/>
              </a:spcBef>
              <a:spcAft>
                <a:spcPts val="0"/>
              </a:spcAft>
              <a:buFont typeface="Arial" panose="020B0604020202020204" pitchFamily="34" charset="0"/>
              <a:buChar char="•"/>
            </a:pPr>
            <a:r>
              <a:rPr lang="pt-BR" sz="4400" dirty="0" err="1"/>
              <a:t>Unity</a:t>
            </a:r>
            <a:r>
              <a:rPr lang="pt-BR" sz="4400" dirty="0"/>
              <a:t> 3D </a:t>
            </a:r>
          </a:p>
          <a:p>
            <a:pPr marL="571500" marR="0" lvl="0" indent="-571500" algn="just" rtl="0">
              <a:lnSpc>
                <a:spcPct val="140000"/>
              </a:lnSpc>
              <a:spcBef>
                <a:spcPts val="0"/>
              </a:spcBef>
              <a:spcAft>
                <a:spcPts val="0"/>
              </a:spcAft>
              <a:buFont typeface="Arial" panose="020B0604020202020204" pitchFamily="34" charset="0"/>
              <a:buChar char="•"/>
            </a:pPr>
            <a:r>
              <a:rPr lang="pt-BR" sz="4400" dirty="0"/>
              <a:t> C# (linguagem principal) </a:t>
            </a:r>
          </a:p>
          <a:p>
            <a:pPr marL="571500" marR="0" lvl="0" indent="-571500" algn="just" rtl="0">
              <a:lnSpc>
                <a:spcPct val="140000"/>
              </a:lnSpc>
              <a:spcBef>
                <a:spcPts val="0"/>
              </a:spcBef>
              <a:spcAft>
                <a:spcPts val="0"/>
              </a:spcAft>
              <a:buFont typeface="Arial" panose="020B0604020202020204" pitchFamily="34" charset="0"/>
              <a:buChar char="•"/>
            </a:pPr>
            <a:r>
              <a:rPr lang="pt-BR" sz="4400" dirty="0"/>
              <a:t> Visual Studio </a:t>
            </a:r>
            <a:r>
              <a:rPr lang="pt-BR" sz="4400" dirty="0" err="1"/>
              <a:t>Code</a:t>
            </a:r>
            <a:r>
              <a:rPr lang="pt-BR" sz="4400" dirty="0"/>
              <a:t> </a:t>
            </a:r>
          </a:p>
          <a:p>
            <a:pPr marL="571500" marR="0" lvl="0" indent="-571500" algn="just" rtl="0">
              <a:lnSpc>
                <a:spcPct val="140000"/>
              </a:lnSpc>
              <a:spcBef>
                <a:spcPts val="0"/>
              </a:spcBef>
              <a:spcAft>
                <a:spcPts val="0"/>
              </a:spcAft>
              <a:buFont typeface="Arial" panose="020B0604020202020204" pitchFamily="34" charset="0"/>
              <a:buChar char="•"/>
            </a:pPr>
            <a:r>
              <a:rPr lang="pt-BR" sz="4400" dirty="0"/>
              <a:t>GitHub (controle de versão)</a:t>
            </a:r>
            <a:endParaRPr dirty="0"/>
          </a:p>
        </p:txBody>
      </p:sp>
      <p:sp>
        <p:nvSpPr>
          <p:cNvPr id="136" name="Google Shape;136;p1"/>
          <p:cNvSpPr txBox="1"/>
          <p:nvPr/>
        </p:nvSpPr>
        <p:spPr>
          <a:xfrm>
            <a:off x="1380645" y="10690272"/>
            <a:ext cx="12941601" cy="8617744"/>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pt-BR" sz="4000" dirty="0"/>
              <a:t>As cidades enfrentam um crescente problema de descarte incorreto de resíduos sólidos. Grande parte da população, especialmente jovens, desconhece as regras da coleta seletiva ou não sabe distinguir os diferentes tipos de lixo. Essa falta de conscientização resulta em contaminação de matérias recicláveis, sobrecarga de aterros sanitários e danos ao meio ambiente. Ferramentas de educação ambiental tradicionais muitas vezes não conseguem engajar o público de forma eficaz e duradoura.</a:t>
            </a:r>
            <a:endParaRPr sz="4000" dirty="0">
              <a:solidFill>
                <a:srgbClr val="000000"/>
              </a:solidFill>
              <a:latin typeface="Open Sans"/>
              <a:ea typeface="Open Sans"/>
              <a:cs typeface="Open Sans"/>
              <a:sym typeface="Open Sans"/>
            </a:endParaRPr>
          </a:p>
        </p:txBody>
      </p:sp>
      <p:sp>
        <p:nvSpPr>
          <p:cNvPr id="137" name="Google Shape;137;p1"/>
          <p:cNvSpPr txBox="1"/>
          <p:nvPr/>
        </p:nvSpPr>
        <p:spPr>
          <a:xfrm>
            <a:off x="1432399" y="21095603"/>
            <a:ext cx="12967405" cy="9479518"/>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pt-BR" sz="4000" dirty="0"/>
              <a:t>O Cidade Limpa é um jogo puzzle narrativo em primeira pessoa desenvolvido em </a:t>
            </a:r>
            <a:r>
              <a:rPr lang="pt-BR" sz="4000" dirty="0" err="1"/>
              <a:t>Unity</a:t>
            </a:r>
            <a:r>
              <a:rPr lang="pt-BR" sz="4000" dirty="0"/>
              <a:t> com C#. O jogador explora quatro ambientes abandonados (casa, rua, praça e praia) coletando e descartando resíduos nas lixeiras corretas. Um Narrador misterioso acompanha cada ação do jogador. Cada descarte correto revela um fragmento do passado da cidade. Cada erro apaga uma memória para sempre. As escolhas do jogador determinam qual dos três finais será alcançado: Reconstrução, Esquecimento ou O Culpado. </a:t>
            </a:r>
            <a:endParaRPr lang="en-US" sz="4000" dirty="0">
              <a:solidFill>
                <a:srgbClr val="000000"/>
              </a:solidFill>
              <a:latin typeface="Open Sans"/>
              <a:ea typeface="Open Sans"/>
              <a:cs typeface="Open Sans"/>
              <a:sym typeface="Open Sans"/>
            </a:endParaRPr>
          </a:p>
          <a:p>
            <a:pPr marL="0" marR="0" lvl="0" indent="0" algn="just" rtl="0">
              <a:lnSpc>
                <a:spcPct val="140000"/>
              </a:lnSpc>
              <a:spcBef>
                <a:spcPts val="0"/>
              </a:spcBef>
              <a:spcAft>
                <a:spcPts val="0"/>
              </a:spcAft>
              <a:buNone/>
            </a:pPr>
            <a:endParaRPr sz="4000" dirty="0">
              <a:solidFill>
                <a:srgbClr val="000000"/>
              </a:solidFill>
              <a:latin typeface="Open Sans"/>
              <a:ea typeface="Open Sans"/>
              <a:cs typeface="Open Sans"/>
              <a:sym typeface="Open Sans"/>
            </a:endParaRPr>
          </a:p>
        </p:txBody>
      </p:sp>
      <p:sp>
        <p:nvSpPr>
          <p:cNvPr id="138" name="Google Shape;138;p1"/>
          <p:cNvSpPr txBox="1"/>
          <p:nvPr/>
        </p:nvSpPr>
        <p:spPr>
          <a:xfrm>
            <a:off x="136933" y="39681833"/>
            <a:ext cx="28242600" cy="1830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955" b="1">
                <a:latin typeface="Open Sans"/>
                <a:ea typeface="Open Sans"/>
                <a:cs typeface="Open Sans"/>
                <a:sym typeface="Open Sans"/>
              </a:rPr>
              <a:t>IV </a:t>
            </a:r>
            <a:r>
              <a:rPr lang="en-US" sz="4955" b="1">
                <a:solidFill>
                  <a:srgbClr val="000000"/>
                </a:solidFill>
                <a:latin typeface="Open Sans"/>
                <a:ea typeface="Open Sans"/>
                <a:cs typeface="Open Sans"/>
                <a:sym typeface="Open Sans"/>
              </a:rPr>
              <a:t>SEMANA FECAP DE TECNOLOGIA - 2026</a:t>
            </a:r>
            <a:endParaRPr/>
          </a:p>
          <a:p>
            <a:pPr marL="0" marR="0" lvl="0" indent="0" algn="ctr" rtl="0">
              <a:lnSpc>
                <a:spcPct val="140000"/>
              </a:lnSpc>
              <a:spcBef>
                <a:spcPts val="0"/>
              </a:spcBef>
              <a:spcAft>
                <a:spcPts val="0"/>
              </a:spcAft>
              <a:buNone/>
            </a:pPr>
            <a:r>
              <a:rPr lang="en-US" sz="4955">
                <a:solidFill>
                  <a:srgbClr val="000000"/>
                </a:solidFill>
                <a:latin typeface="Open Sans"/>
                <a:ea typeface="Open Sans"/>
                <a:cs typeface="Open Sans"/>
                <a:sym typeface="Open Sans"/>
              </a:rPr>
              <a:t>Fundação Escola de Comércio Álvares Penteado - FECAP</a:t>
            </a:r>
            <a:endParaRPr/>
          </a:p>
        </p:txBody>
      </p:sp>
      <p:sp>
        <p:nvSpPr>
          <p:cNvPr id="139" name="Google Shape;139;p1"/>
          <p:cNvSpPr txBox="1"/>
          <p:nvPr/>
        </p:nvSpPr>
        <p:spPr>
          <a:xfrm>
            <a:off x="15667585" y="10743094"/>
            <a:ext cx="11904157" cy="7109639"/>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pt-BR" sz="3300" dirty="0"/>
              <a:t>O jogo apresenta quatro fases progressivas com dificuldade crescente: 8 resíduos em 90 segundos na fase Casa, chegando a 22 resíduos em 60 segundos na fase Praia. O sistema narrativo com Narrador reativo e três finais distintos diferencia o projeto de jogos educativos convencionais. Testes iniciais indicam maior engajamento e retenção do conteúdo sobre coleta seletiva em comparação a materiais tradicionais. A combinação de mecânicas de puzzle com narrativa ramificada promove aprendizado ativo: o jogador aprende sobre descarte correto enquanto tenta resolver um mistério</a:t>
            </a:r>
            <a:endParaRPr sz="3300" dirty="0"/>
          </a:p>
        </p:txBody>
      </p:sp>
      <p:sp>
        <p:nvSpPr>
          <p:cNvPr id="140" name="Google Shape;140;p1"/>
          <p:cNvSpPr txBox="1"/>
          <p:nvPr/>
        </p:nvSpPr>
        <p:spPr>
          <a:xfrm>
            <a:off x="15667585" y="24256509"/>
            <a:ext cx="11998669" cy="5687711"/>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pt-BR" sz="3300" dirty="0"/>
              <a:t>Jogos digitais são utilizados como ferramentas educativas há décadas. A gamificação melhora o engajamento e a retenção de conteúdo, especialmente em temáticas ambientais. O projeto une conscientização ambiental e narrativa interativa para criar uma experiência que vai além do puzzle tradicional, inspirando-se em jogos narrativos como The Stanley </a:t>
            </a:r>
            <a:r>
              <a:rPr lang="pt-BR" sz="3300" dirty="0" err="1"/>
              <a:t>Parable</a:t>
            </a:r>
            <a:r>
              <a:rPr lang="pt-BR" sz="3300" dirty="0"/>
              <a:t> para inserir camadas de significado em ações cotidianas como separar o lixo.</a:t>
            </a:r>
            <a:endParaRPr sz="3300" dirty="0"/>
          </a:p>
        </p:txBody>
      </p:sp>
      <p:sp>
        <p:nvSpPr>
          <p:cNvPr id="60" name="CaixaDeTexto 59">
            <a:extLst>
              <a:ext uri="{FF2B5EF4-FFF2-40B4-BE49-F238E27FC236}">
                <a16:creationId xmlns:a16="http://schemas.microsoft.com/office/drawing/2014/main" id="{4D3B3A42-579C-49F3-9763-82A7007D7F2D}"/>
              </a:ext>
            </a:extLst>
          </p:cNvPr>
          <p:cNvSpPr txBox="1"/>
          <p:nvPr/>
        </p:nvSpPr>
        <p:spPr>
          <a:xfrm>
            <a:off x="2545720" y="7294440"/>
            <a:ext cx="24004183" cy="861774"/>
          </a:xfrm>
          <a:prstGeom prst="rect">
            <a:avLst/>
          </a:prstGeom>
          <a:noFill/>
        </p:spPr>
        <p:txBody>
          <a:bodyPr wrap="square">
            <a:spAutoFit/>
          </a:bodyPr>
          <a:lstStyle/>
          <a:p>
            <a:r>
              <a:rPr lang="pt-BR" sz="5000" b="1" dirty="0"/>
              <a:t>Orientadores: </a:t>
            </a:r>
            <a:r>
              <a:rPr lang="pt-BR" sz="5000" dirty="0"/>
              <a:t>Adriano Felix, Eduardo </a:t>
            </a:r>
            <a:r>
              <a:rPr lang="pt-BR" sz="5000" dirty="0" err="1"/>
              <a:t>Savino</a:t>
            </a:r>
            <a:r>
              <a:rPr lang="pt-BR" sz="5000" dirty="0"/>
              <a:t>, Renata Muniz, Victor Bruno Rosetti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465</Words>
  <Application>Microsoft Office PowerPoint</Application>
  <PresentationFormat>Personalizar</PresentationFormat>
  <Paragraphs>22</Paragraphs>
  <Slides>1</Slides>
  <Notes>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vt:i4>
      </vt:variant>
    </vt:vector>
  </HeadingPairs>
  <TitlesOfParts>
    <vt:vector size="6" baseType="lpstr">
      <vt:lpstr>Arial</vt:lpstr>
      <vt:lpstr>Open Sans</vt:lpstr>
      <vt:lpstr>Inter</vt:lpstr>
      <vt:lpstr>Calibri</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Admin</dc:creator>
  <cp:lastModifiedBy>Admin</cp:lastModifiedBy>
  <cp:revision>1</cp:revision>
  <dcterms:created xsi:type="dcterms:W3CDTF">2006-08-16T00:00:00Z</dcterms:created>
  <dcterms:modified xsi:type="dcterms:W3CDTF">2026-05-03T23:47:01Z</dcterms:modified>
</cp:coreProperties>
</file>