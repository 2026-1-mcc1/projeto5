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Inter" panose="020B0604020202020204" charset="0"/>
      <p:regular r:id="rId4"/>
      <p:bold r:id="rId5"/>
      <p:italic r:id="rId6"/>
      <p:boldItalic r:id="rId7"/>
    </p:embeddedFont>
    <p:embeddedFont>
      <p:font typeface="Open Sans" panose="020B0606030504020204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+9yr4mDS8zg5+kfXTqvtBuST6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2526" y="102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customschemas.google.com/relationships/presentationmetadata" Target="meta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54247"/>
            <a:ext cx="29303943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0939017" y="13420436"/>
            <a:ext cx="20731171" cy="13057756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75" y="30011224"/>
            <a:ext cx="13848535" cy="8372959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289000" y="30011233"/>
            <a:ext cx="12527629" cy="8372803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700" cy="49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62" b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/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7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/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460145" y="17961211"/>
            <a:ext cx="10275743" cy="14355435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-1" y="4700167"/>
            <a:ext cx="28813765" cy="177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34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CIDADE LIMPA</a:t>
            </a:r>
            <a:endParaRPr dirty="0"/>
          </a:p>
        </p:txBody>
      </p:sp>
      <p:sp>
        <p:nvSpPr>
          <p:cNvPr id="127" name="Google Shape;127;p1"/>
          <p:cNvSpPr txBox="1"/>
          <p:nvPr/>
        </p:nvSpPr>
        <p:spPr>
          <a:xfrm>
            <a:off x="1578138" y="6316776"/>
            <a:ext cx="26395143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b="1" dirty="0"/>
              <a:t>Alana Rocha, Bruna Clara Morais, </a:t>
            </a:r>
            <a:r>
              <a:rPr lang="pt-BR" sz="4800" b="1" dirty="0" err="1"/>
              <a:t>Geovanna</a:t>
            </a:r>
            <a:r>
              <a:rPr lang="pt-BR" sz="4800" b="1" dirty="0"/>
              <a:t> Vitoria </a:t>
            </a:r>
            <a:r>
              <a:rPr lang="pt-BR" sz="4800" b="1" dirty="0" err="1"/>
              <a:t>Tamagusko</a:t>
            </a:r>
            <a:r>
              <a:rPr lang="pt-BR" sz="4800" b="1" dirty="0"/>
              <a:t>, Julia Medeiros</a:t>
            </a:r>
          </a:p>
          <a:p>
            <a:r>
              <a:rPr lang="pt-BR" sz="4800" b="1" dirty="0"/>
              <a:t>Orientadores: </a:t>
            </a:r>
            <a:r>
              <a:rPr lang="pt-BR" sz="4800" dirty="0"/>
              <a:t>Adriano Felix, Eduardo </a:t>
            </a:r>
            <a:r>
              <a:rPr lang="pt-BR" sz="4800" dirty="0" err="1"/>
              <a:t>Savino</a:t>
            </a:r>
            <a:r>
              <a:rPr lang="pt-BR" sz="4800" dirty="0"/>
              <a:t>, Luiz Fernando Pires, Renata Muniz, Victor Rosetti </a:t>
            </a:r>
          </a:p>
        </p:txBody>
      </p:sp>
      <p:sp>
        <p:nvSpPr>
          <p:cNvPr id="129" name="Google Shape;129;p1"/>
          <p:cNvSpPr txBox="1"/>
          <p:nvPr/>
        </p:nvSpPr>
        <p:spPr>
          <a:xfrm>
            <a:off x="15548194" y="24787491"/>
            <a:ext cx="12433206" cy="55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</a:t>
            </a:r>
            <a:r>
              <a:rPr lang="en-US" sz="3600" dirty="0">
                <a:latin typeface="Inter"/>
                <a:ea typeface="Inter"/>
                <a:cs typeface="Inter"/>
                <a:sym typeface="Inter"/>
              </a:rPr>
              <a:t>to de </a:t>
            </a:r>
            <a:r>
              <a:rPr lang="en-US" sz="36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Autoria</a:t>
            </a:r>
            <a:r>
              <a:rPr lang="en-US" sz="3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Própria</a:t>
            </a:r>
            <a:r>
              <a:rPr lang="en-US" sz="3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(2026)</a:t>
            </a:r>
            <a:endParaRPr sz="3600" dirty="0"/>
          </a:p>
        </p:txBody>
      </p:sp>
      <p:sp>
        <p:nvSpPr>
          <p:cNvPr id="130" name="Google Shape;130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/>
          </a:p>
        </p:txBody>
      </p:sp>
      <p:sp>
        <p:nvSpPr>
          <p:cNvPr id="131" name="Google Shape;131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/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/>
          </a:p>
        </p:txBody>
      </p:sp>
      <p:sp>
        <p:nvSpPr>
          <p:cNvPr id="134" name="Google Shape;134;p1"/>
          <p:cNvSpPr txBox="1"/>
          <p:nvPr/>
        </p:nvSpPr>
        <p:spPr>
          <a:xfrm>
            <a:off x="15966975" y="31719851"/>
            <a:ext cx="11400000" cy="517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/>
              <a:t>Agência </a:t>
            </a:r>
            <a:r>
              <a:rPr lang="pt-BR" sz="4000" dirty="0" err="1"/>
              <a:t>Gov</a:t>
            </a:r>
            <a:r>
              <a:rPr lang="pt-BR" sz="4000" dirty="0"/>
              <a:t> – Coleta seletiva e reciclagem no Brasil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/>
              <a:t>IBGE – Dados sobre resíduos sólidos e lixões no Brasil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/>
              <a:t>Unity </a:t>
            </a:r>
            <a:r>
              <a:rPr lang="pt-BR" sz="4000" dirty="0" err="1"/>
              <a:t>Documentation</a:t>
            </a:r>
            <a:r>
              <a:rPr lang="pt-BR" sz="4000" dirty="0"/>
              <a:t> – Desenvolvimento de jogos na Unity</a:t>
            </a:r>
          </a:p>
        </p:txBody>
      </p:sp>
      <p:sp>
        <p:nvSpPr>
          <p:cNvPr id="135" name="Google Shape;135;p1"/>
          <p:cNvSpPr txBox="1"/>
          <p:nvPr/>
        </p:nvSpPr>
        <p:spPr>
          <a:xfrm>
            <a:off x="1645567" y="32043056"/>
            <a:ext cx="12562800" cy="430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4000" dirty="0"/>
              <a:t>O jogo Cidade Limpa foi desenvolvido na Unity utilizando programação em C# no Visual Studio. O projeto também utiliza o GitHub para armazenamento do código-fonte, documentação e publicação do desenvolvimento do jogo.</a:t>
            </a:r>
          </a:p>
        </p:txBody>
      </p:sp>
      <p:sp>
        <p:nvSpPr>
          <p:cNvPr id="136" name="Google Shape;136;p1"/>
          <p:cNvSpPr txBox="1"/>
          <p:nvPr/>
        </p:nvSpPr>
        <p:spPr>
          <a:xfrm>
            <a:off x="1595870" y="10749184"/>
            <a:ext cx="12562800" cy="861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/>
              <a:t>As cidades enfrentam problemas com o descarte incorreto de resíduos sólidos. Muitos jovens não conhecem as regras da coleta seletiva, o que aumenta a contaminação de materiais recicláveis e a sobrecarga dos aterros. Segundo a Agência </a:t>
            </a:r>
            <a:r>
              <a:rPr lang="pt-BR" sz="4000" dirty="0" err="1"/>
              <a:t>Gov</a:t>
            </a:r>
            <a:r>
              <a:rPr lang="pt-BR" sz="4000" dirty="0"/>
              <a:t>, o Brasil produz cerca de 90 milhões de toneladas de lixo por ano, mas recicla apenas 4%. Além disso, dados do IBGE mostram que 31,9% dos municípios ainda utilizam lixões, evidenciando a necessidade de mais conscientização ambiental.</a:t>
            </a:r>
            <a:endParaRPr lang="pt-BR" sz="40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70057" y="21581650"/>
            <a:ext cx="12562800" cy="689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/>
              <a:t>A proposta do jogo Cidade Limpa surgiu da necessidade de conscientizar jovens sobre a importância do descarte correto de resíduos sólidos. O projeto foi desenvolvido com a ideia de unir entretenimento e educação ambiental em uma experiência interativa, utilizando desafios e narrativa para incentivar práticas sustentáveis de forma dinâmica e imersiva.</a:t>
            </a:r>
            <a:endParaRPr lang="en-US" sz="40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b="1">
                <a:latin typeface="Open Sans"/>
                <a:ea typeface="Open Sans"/>
                <a:cs typeface="Open Sans"/>
                <a:sym typeface="Open Sans"/>
              </a:rPr>
              <a:t>IV </a:t>
            </a:r>
            <a:r>
              <a:rPr lang="en-US" sz="4955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FECAP DE TECNOLOGIA - 2026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/>
          </a:p>
        </p:txBody>
      </p:sp>
      <p:sp>
        <p:nvSpPr>
          <p:cNvPr id="139" name="Google Shape;139;p1"/>
          <p:cNvSpPr txBox="1"/>
          <p:nvPr/>
        </p:nvSpPr>
        <p:spPr>
          <a:xfrm>
            <a:off x="15617816" y="10880630"/>
            <a:ext cx="11904157" cy="430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/>
              <a:t>O jogador explora ambientes abandonados coletando e descartando resíduos corretamente enquanto um narrador acompanha sua jornada. Suas escolhas determinam um dos três finais possíveis do jogo.</a:t>
            </a:r>
            <a:endParaRPr lang="en-US" sz="40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15743894" y="26089488"/>
            <a:ext cx="11652000" cy="344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/>
              <a:t>Durante a exploração, o jogador identifica diferentes tipos de resíduos, desenvolvendo consciência ambiental enquanto descobre os segredos por trás do abandono da cidade.</a:t>
            </a:r>
          </a:p>
        </p:txBody>
      </p:sp>
      <p:pic>
        <p:nvPicPr>
          <p:cNvPr id="2" name="Imagem 1" descr="Brinquedo de criança&#10;&#10;O conteúdo gerado por IA pode estar incorreto.">
            <a:extLst>
              <a:ext uri="{FF2B5EF4-FFF2-40B4-BE49-F238E27FC236}">
                <a16:creationId xmlns:a16="http://schemas.microsoft.com/office/drawing/2014/main" id="{66F312A6-F186-41FB-AB2E-6BE32D910E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28064" y="16528493"/>
            <a:ext cx="11449500" cy="7633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</Words>
  <Application>Microsoft Office PowerPoint</Application>
  <PresentationFormat>Personalizar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Inter</vt:lpstr>
      <vt:lpstr>Arial</vt:lpstr>
      <vt:lpstr>Calibri</vt:lpstr>
      <vt:lpstr>Open Sans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Alana Silva Rocha</cp:lastModifiedBy>
  <cp:revision>1</cp:revision>
  <dcterms:created xsi:type="dcterms:W3CDTF">2006-08-16T00:00:00Z</dcterms:created>
  <dcterms:modified xsi:type="dcterms:W3CDTF">2026-05-13T13:16:26Z</dcterms:modified>
</cp:coreProperties>
</file>